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M3-F15,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Poder, dever, querer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«Talvez», «tem de», «infelizmente»: três palavras pequenas que dizem o que quem fala pensa daquilo que está a dizer. E «este», que aponta para trás.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vasco-da-gama-lisuarte-abre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Vasco da Gama, Livro de Lisuarte de Abreu (c. 1560).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numa frase quando lhe juntas «talvez», «tem de» ou «infelizmente»?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modalidades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Modalidade epistémica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grau de certeza (valor de certeza ou probabilidade: «talvez», «deve estar», «é certo que»).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Deôntica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obrigação ou permissão («tem de», «pode sair»); o pedido e a ordem também são deônticos.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Apreciativa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avaliação ou emoção do locutor («Infelizmente», «Que belo!»).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Marcas: verbos modais, advérbios, adjetivos, modos verbais, tipos de frase.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ferramentas para ler versos de Camões: a modalidade, a classificação das orações, a anáfora como retoma e o étimo.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modalidade é epistémica (certeza, probabilidade), deôntica (obrigação, permissão, pedido) ou apreciativa (avaliação); a anáfora retoma por pronome, demonstrativo, repetição ou sinónimo.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classificar orações em versos de Camões e a comparar étimos: «engenho», de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ingeniu-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pares divergentes como «cheio» e «pleno».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/ MARCA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«Roga a Deus, que teus anos encurtou» («Alma minha gentil»)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Talvez a Musa seja só um recurso da tradição.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«Oh! quem tanto pudesse» («Erros meus»)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capitães têm de ser cultos.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«É força que viva» («Aquela cativa»)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Recorda: a anáfora é duas coisas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 anáfora é a repetição de uma palavra no início de versos seguidos («Este… Este… Este…», VIII, 98). Como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 de retoma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é o que uma palavra faz quando aponta para outra que veio antes: em «Este rende munidas fortalezas», «Este» retoma «o dinheiro». Um pronome, um demonstrativo, uma repetição ou um sinónimo podem retomar.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«“Talvez”, “tem de”, “infelizmente”»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Drummond de Andrade, Brasil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Claro Enigma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(1951), Drummond publica «A Máquina do Mundo»: o título evoca o canto X, onde Tétis mostra ao Gama o globo do mundo.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classificar a modalidade, pergunta o que faz quem fala: mede a certeza, obriga ou pede, avalia; a marca é um advérbio, um verbo modal, um modo ou uma exclamação.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verbo conjugado, uma oração: «quem não sabe arte» é substantiva relativa e sujeito; «Que já coberto foi de neve fria» é adjetiva relativa explicativa; «servia a ela» é coordenada adversativa.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«Este», «nela», «ali» e «desta ilha» retomam o que veio antes; «cheio» e «pleno», do mesmo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plenu-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mostram as duas vias por onde o latim chegou ao português.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M3-F15, Poder, dever, querer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«Uma língua, muitos países»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07 · M3-F15 · Poder, dever, querer</dc:title>
  <dc:subject>PptxGenJS Presentation</dc:subject>
  <dc:creator>EPI · Português</dc:creator>
  <cp:lastModifiedBy>EPI · Português</cp:lastModifiedBy>
  <cp:revision>1</cp:revision>
  <dcterms:created xsi:type="dcterms:W3CDTF">2026-10-11T06:20:57Z</dcterms:created>
  <dcterms:modified xsi:type="dcterms:W3CDTF">2026-10-11T06:20:57Z</dcterms:modified>
  <dc:description/>
</cp:coreProperties>
</file>