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M3-F05,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Leonor e o perdigão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Leonor vai buscar água, descalça, e Camões diz que vai formosa, mas não segura. Um perdigão quis voar alto de mais e ficou sem penas. Duas redondilhas, a mesma medida.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Lavadeiras portuguesas, Costume of Portugal (Henri L'Evêque, 1814).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um poema celebrar e criticar ao mesmo tempo?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«DESCALÇA VAI PARA A FONTE»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Mote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Descalça vai para a fonte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Leonor pela verdura;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formosa, e não segura.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Voltas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Leva na cabeça o pote,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testo nas mãos de prata,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Cinta de fina escarlata,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Sainho de chamalote;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Traz a vasquinha de cote,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branca que a neve pura;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formosa, e não segura.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Obras Completas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«DESCALÇA VAI PARA A FONTE»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Descobre a touca a garganta,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Cabelos de ouro entrançado,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Fita de cor de encarnado,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Tão linda que o mundo espanta;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Chove nela graça tanta,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dá graça à formosura;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Vai formosa, e não segura.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Obras Completas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«PERDIGÃO PERDEU A PENA» (MOTE ALHEIO)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Perdigão perdeu a pena,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há mal que lhe não venha.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Voltas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Perdigão, que o pensamento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Subiu a um alto lugar,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Perde a pena do voar,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Ganha a pena do tormento: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tem no ar, nem no vento,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Asas com que se sustenha: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há mal que lhe não venha.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Obras Completas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avadeiras-leveque-18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«PERDIGÃO PERDEU A PENA» (MOTE ALHEIO)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Quis voar a uma alta torre,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achou-se desasado;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vendo-se depenado,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puro penado morre.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 queixumes se socorre,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Lança no fogo mais lenha: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há mal que lhe não venha.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redondilhas (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Obras Completas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t. III)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redondilhas de Camões: Leonor vai descalça à fonte, «formosa, e não segura»; um perdigão quis voar alto e ficou sem penas.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medida velha: mote de abertura, voltas que regressam ao último verso, sete sílabas; hipérbole no retrato e, no perdigão, o jogo pena/pena.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contar sílabas, a ler a alegoria da ambição e a reescrever uma volta para uma Leonor de hoje.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«Vai formosa, e não segura»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pedrohfernandes-klk.github.io/​pt/​m3/​licao-m3-f05/​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CALÇADA DO VERSO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Pedra a pedra: sílabas, tónicas, rima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94488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Descalça vai para a fonte (contar até à última tónica)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Leonor pela verdura (as tónicas que dão o passo)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Leonor é um retrato feito de roupa e de cores, prata, escarlata, ouro, encarnado, e de hipérboles: «Tão linda que o mundo espanta», «Chove nela graça tanta».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Conta-se até à última tónica, «Des/cal/ça/vai/pa/ra a/fon[te]»: sete sílabas, que a volta para uma Leonor de hoje mantém, com o verso final.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perdigão que «quis voar a uma alta torre» é o amante que mira alto de mais: perde a pena de voar, ganha a pena do tormento, e as queixas só deitam «no fogo mais lenha».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M3-F05, Leonor e o perdigão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«Uma alma gentil, um “não sei quê”»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04 · M3-F05 · Leonor e o perdigão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