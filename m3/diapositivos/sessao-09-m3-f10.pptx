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media/image-4-1.jpg" ContentType="image/jpg"/>
  <Override PartName="/ppt/media/image-5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1.º ANO, MÓDULO 3, LIÇÃO M3-F10, UNIDADE 3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é a Musa?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canto I, o Poeta pede às ninfas um som alto e solene. No canto X, manda a Musa calar-se. Vais descobrir o que lhe aconteceu pelo meio.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Prato com esfera armilar e armas de Portugal, porcelana chinesa (c. 1520-1540, The Met). Domínio público (The Met, Open Access)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quem deu fama este poema, e quem ficou de fora?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(1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I, 4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vós, Tágides minhas, pois criado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Tendes em mim um novo engenho ardente,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sempre em verso humilde celebrado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Foi de mim vosso rio alegremente,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agora um som alto e sublimado,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 estilo grandíloquo e corrente,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Porque de vossas águas, Febo ordene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não tenham inveja às de Hipocrene.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(2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I, 5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uma fúria grande e sonorosa,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de agreste avena ou frauta ruda,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Mas de tuba canora e belicosa,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o peito acende e a cor ao gesto muda;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Dai-me igual canto aos feitos da famosa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Gente vossa, que a Marte tanto ajuda;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 se espalhe e se cante no universo,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 tão sublime preço cabe em verso.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to-esfera-armilar-met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DUAS INVOCAÇÕES, DOIS TONS (3 DE 3)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X, 145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Nô mais, Musa, nô mais, que a Lira tenho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Destemperada e a voz enrouquecida,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 não do canto, mas de ver que venho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Cantar a gente surda e endurecida.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favor com que mais se acende o engenho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Não no dá a pátria, não, que está metida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 gosto da cobiça e na rudeza</a:t>
            </a:r>
            <a:endParaRPr lang="en-US" sz="2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Dũa austera, apagada e vil tristeza.</a:t>
            </a:r>
            <a:endParaRPr lang="en-US" sz="26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Luís de Camões, Os Lusíadas (1572): I, 4 e 5; X, 145.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canto I de Os Lusíadas o Poeta pede às Tágides «um som alto e sublimado»; no canto X manda a Musa calar-se: «Nô mais, Musa, nô mais».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 as duas invocações mudou menos a voz do que quem a ouve: a pátria ficou «gente surda e endurecida», «metida no gosto da cobiça».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 tarefa de 25 %: pesquisas três fontes fiáveis, escolhes uma tese e escreves um ensaio de 300 a 400 palavras com citações localizadas por canto e estância.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FONTE (AUTOR, TÍTULO, DATA, LIGAÇÃO)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 QUE DIZ SOBRE A MUSA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FIÁVEL PORQUÊ?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ensaio (300–400 palavras)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Pergunta de partida (escolhe ou formula): a Musa é inspiração divina, figura da tradição clássica, ou outra coisa em Camões? Porque pede o Poeta «um som alto» no canto I e diz «Nô mais» no canto X? Estrutura: introdução com tese; dois ou três parágrafos com citações de Os Lusíadas (e, se quiseres, da lírica); conclusão; lista de fontes.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extra: «Do “som alto” ao “Nô mais”»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pedrohfernandes-klk.github.io/​pt/​m3/​licao-m3-f10/​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pedrohfernandes-klk.github.io/​pt/​m3/​licao-m3-f10/​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I, 5 o Poeta recusa a «agreste avena» e a «frauta ruda», instrumentos de pastor, e pede a «tuba canora e belicosa»: anuncia um poema épico, alto e guerreiro.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X, 145 a voz está «enrouquecida», mas «não do canto»: o Poeta cala-se diante de uma pátria metida «na rudeza / Dũa austera, apagada e vil tristeza».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três fontes têm autor, título e data, nunca um resumo sem autor; cada citação vai entre aspas, com canto e estância; o ensaio vai assinado para a antologia.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M3-F10, Quem é a Musa?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M3-F10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«Quem disse este verso?»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3-f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pedrohfernandes-klk.github.io/​pt/​m3/​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M3 · Sessão 09 · M3-F10 · Quem é a Musa?</dc:title>
  <dc:subject>PptxGenJS Presentation</dc:subject>
  <dc:creator>EPI · Português</dc:creator>
  <cp:lastModifiedBy>EPI · Português</cp:lastModifiedBy>
  <cp:revision>1</cp:revision>
  <dcterms:created xsi:type="dcterms:W3CDTF">2026-10-10T20:31:13Z</dcterms:created>
  <dcterms:modified xsi:type="dcterms:W3CDTF">2026-10-10T20:31:13Z</dcterms:modified>
  <dc:description/>
</cp:coreProperties>
</file>