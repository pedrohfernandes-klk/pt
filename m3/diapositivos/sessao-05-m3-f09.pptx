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M3-F09,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alma gentil, um «não sei quê»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dos poemas fala com uma mulher que morreu. O outro acaba a dizer quatro vezes «não sei», e é aí que chega mais perto do que sente.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 (Fernão Gomes, c. 1577).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um poema celebrar e criticar ao mesmo tempo?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«ALMA MINHA GENTIL, QUE TE PARTISTE»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Alma minha gentil, que te partiste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Tão cedo desta vida descontente,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Repousa lá no céu eternamente,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viva eu cá na terra sempre triste.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lá no assento etéreo, onde subiste,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Memória desta vida se consente,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te esqueças daquele amor ardente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já nos olhos meus tão puro viste.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Rhythmas (1595), soneto XIII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«ALMA MINHA GENTIL, QUE TE PARTISTE»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 vires que pode merecer-te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Alguma cousa a dor que me ficou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mágoa, sem remédio, de perder-te,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Roga a Deus, que teus anos encurtou,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tão cedo de cá me leve a ver-te,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Quão cedo de meus olhos te levou.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Rhythmas (1595), soneto XIII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«BUSQUE AMOR NOVAS ARTES, NOVO ENGENHO»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Busque Amor novas artes, novo engenho,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matar-me, e novas esquivanças;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pode tirar-me as esperanças,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Pois mal me tirará o que eu não tenho.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Olhai de que esperanças me mantenho!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Vede que perigosas seguranças!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Pois não temo contrastes nem mudanças,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Andando em bravo mar, perdido o lenho.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sonetos (edição de 1843).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«BUSQUE AMOR NOVAS ARTES, NOVO ENGENHO»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Mas, conquanto não pode haver desgosto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esperança falta, lá me esconde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 um mal, que mata e não se vê.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dias há que na alma me tem posto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não sei quê, que nasce não sei onde,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não sei como, e dói não sei porquê.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sonetos (edição de 1843).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sonetos de Camões: em «Alma minha gentil» o sujeito fala com a amada que morreu; em «Busque Amor novas artes» o mal de amor fica num «não sei quê».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medida nova: catorze decassílabos em duas quadras e dois tercetos, com apóstrofe, antítese céu/terra e paralelismo; a amada é alma, sem corpo, à maneira petrarquista.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comparar a «alma gentil» com Leonor e com Bárbara e a representar o inexprimível numa imagem, num som ou num gesto.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«Alma minha gentil»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pedrohfernandes-klk.github.io/​pt/​m3/​licao-m3-f09/​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pedrohfernandes-klk.github.io/​pt/​m3/​licao-m3-f09/​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CALÇADA DO VERSO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Pedra a pedra: sílabas, tónicas, rima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188976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 minha gentil, que te partiste (contar até à última tónica)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 minha gentil, que te partiste (as tónicas que dão o passo)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399288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99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00202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Tão cedo desta vida descontente (as tónicas que dão o passo)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soneto A é uma conversa com quem já não pode ouvir: a apóstrofe «Alma minha gentil» abre e o paralelismo «tão cedo… / Quão cedo…» fecha com o pedido de a seguir.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soneto B desiste de nomear: o mal de amor fica em «não sei quê», «não sei onde», «não sei como», «não sei porquê», e é nessa falta de palavras que diz mais.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Leonor e Bárbara ao lado vê-se o salto da medida velha para a medida nova: da mulher com roupa, cores e olhos para a alma sem corpo, no céu.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M3-F09, Uma alma gentil, um «não sei quê»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«Um bicho da terra tão pequeno»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05 · M3-F09 · Uma alma gentil, um «não sei quê»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