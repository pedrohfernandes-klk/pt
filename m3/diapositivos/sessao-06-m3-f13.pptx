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M3-F13,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bicho da terra tão pequeno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Duas vezes o Poeta deixa de cantar os heróis para julgar: no fim do canto I chama ao homem «bicho da terra tão pequeno»; no canto VIII fala do dinheiro.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lusiadas-1572-rost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Lusíadas, primeira edição (1572), frontispício.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quem deu fama este poema, e quem ficou de fora?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lusiadas-1572-rost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CANTO I, 106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mar tanta tormenta, e tanto dano,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Tantas vezes a morte apercebida!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terra tanta guerra, tanto engano,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Tanta necessidade avorrecida!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Onde pode acolher-se um fraco humano,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Onde terá segura a curta vida,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não se arme, e se indigne o Céu sereno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Contra um bicho da terra tão pequeno?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(1572), I, 106.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lusiadas-1572-rost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CANTO VIII, 96 A 99 (1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Nas naus estar se deixa vagaroso,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Até ver o que o tempo lhe descobre: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não se fia já do cobiçoso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Regedor corrompido e pouco nobre.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Veja agora o juízo curioso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Quanto no rico, assim como no pobre,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Pode o vil interesse e sede inimiga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dinheiro, que a tudo nos obriga.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(1572), VIII, 96 a 99.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lusiadas-1572-rost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CANTO VIII, 96 A 99 (2 DE 2)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Este rende munidas fortalezas,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Faz tredores e falsos os amigos: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Este a mais nobres faz fazer vilezas,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entrega Capitães aos inimigos;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Este corrompe virginais purezas,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Sem temer de honra ou fama alguns perigos: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Este deprava às vezes as ciências,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juízos cegando e as consciências;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[…]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(1572), VIII, 96 a 99.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cruzam quatro planos; nas reflexões do Poeta, Camões interrompe a viagem para julgar: no fim do canto I e no canto VIII.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I, 106, a anáfora «tanta/tanto» e duas perguntas sem resposta reduzem o homem a «um bicho da terra tão pequeno»; em VIII, 96 a 99, «Este…» é o dinheiro que tudo corrompe.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ver como uma reflexão nasce de um episódio da viagem e a escrever três versos «Este…» sobre o que o dinheiro faz hoje.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— I, 106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— VIII, 96 A 99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Tema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 estruturante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 de frase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Atualidade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pedrohfernandes-klk.github.io/​pt/​m3/​licao-m3-f13/​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pedrohfernandes-klk.github.io/​pt/​m3/​licao-m3-f13/​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CALÇADA DO VERSO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Pedra a pedra: sílabas, tónicas, rima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94488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mar tanta tormenta, e tanto dano (contar até à última tónica)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0480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048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057144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 um bicho da terra tão pequeno (as tónicas que dão o passo)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reflexão do Poeta nasce de um episódio: o Gama desconfia do Catual e espera nas naus, e Camões aproveita a pausa para falar ao «juízo curioso».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I, 106 o mar e a terra opõem-se, «No mar tanta tormenta», «Na terra tanta guerra»: nenhum lugar é seguro para «um fraco humano».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VIII, 98 e 99 a anáfora «Este…» dá ao dinheiro a forma de uma pessoa que rende fortalezas, faz «tredores e falsos os amigos», torna os reis tiranos e nunca se mostra sem «cor de virtude».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M3-F13, Um bicho da terra tão pequeno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M3-F13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«Poder, dever, querer»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06 · M3-F13 · Um bicho da terra tão pequeno</dc:title>
  <dc:subject>PptxGenJS Presentation</dc:subject>
  <dc:creator>EPI · Português</dc:creator>
  <cp:lastModifiedBy>EPI · Português</cp:lastModifiedBy>
  <cp:revision>1</cp:revision>
  <dcterms:created xsi:type="dcterms:W3CDTF">2026-10-11T03:55:41Z</dcterms:created>
  <dcterms:modified xsi:type="dcterms:W3CDTF">2026-10-11T03:55:41Z</dcterms:modified>
  <dc:description/>
</cp:coreProperties>
</file>