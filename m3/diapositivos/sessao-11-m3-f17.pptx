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Celebrar e criticar no mesmo poema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o que leste de Camões numa só lição: a medida velha e a nova, os quatro planos, as figuras do contrário e a modalidade.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sco-da-gama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Vasco da Gama, Livro de Lisuarte de Abreu (c. 1560).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 cruzam quatro planos: a viagem de Vasco da Gama, a história de Portugal, a mitologia e as reflexões do Poeta.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Redondilhas de sete ou cinco sílabas, com mote e voltas, e sonetos em decassílabos: de Leonor e Bárbara, concretas, à «alma gentil», idealizada.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fechar o fio do ano (quem conta, para quem, e quem fica de fora) e a comentar, em 120 a 150 palavras, se Camões celebra e critica no mesmo poema.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REDONDILHAS (TRADICIONAL)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SONETOS (RENASCENTISTA)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Estrutura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Representação da mulher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«Mudam-se os tempos»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conta, para quem, quem fica de fora: na cantiga de amigo, a rapariga fala na voz que um trovador lhe escreveu; em Os Lusíadas, as «terras» e a «gente remota» ficam de fora.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figuras do contrário, paradoxo e antítese, e as três modalidades são as ferramentas para dizer como um poema celebra e critica ao mesmo tempo.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comentário, um verso da lírica e um da épica provam que Camões celebra e critica; a última frase junta as duas coisas.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«FAMA»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este poema deu fama,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11 · M3-F17 · Celebrar e criticar no mesmo poema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