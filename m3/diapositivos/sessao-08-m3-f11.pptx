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M3-F11, Uma língua, muitos países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3, LIÇÃO M3-F11,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língua, muitos países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mesma língua em nove países, e em nenhum se fala da mesma maneira. Vais ouvir uma conferência e fazer uma pergunta em público.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nau-sao-bento-lisuarte-abre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 São Bento, Livro de Lisuarte de Abreu (século XVI).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M3-F11, Uma língua, muitos países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variedade do português conheces além da tua, e onde a ouves?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M3-F11, Uma língua, muitos países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CPLP instituiu o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de maio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como Dia da Língua Portuguesa e da Cultura em 2009; em 25 de novembro de 2019, a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UNESCO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fez dele Dia Mundial, e o português passou a ser a primeira língua com um dia oficial reconhecido por esse organismo. O português é língua oficial de nove países (Angola, Brasil, Cabo Verde, Guiné-Bissau, Guiné Equatorial, Moçambique, Portugal, São Tomé e Príncipe, Timor-Leste) e da Região Administrativa Especial de Macau.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M3-F11, Uma língua, muitos países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CPLP fez do 5 de maio o Dia da Língua Portuguesa em 2009 e, em 2019, a UNESCO fez dele o Dia Mundial da Língua Portuguesa; o português é oficial em nove países.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Nesta lição preparas-te para uma conferência com um guião de escuta: orador e tema, tese, argumentos, uma palavra de outra variedade do português, o que te surpreendeu.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formular três perguntas de tipos diferentes, em registo formal, e a fazer uma delas em público.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M3-F11, Uma língua, muitos países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Orador e tema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Tese principal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Dois argumentos ou exemplos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palavra ou expressão de outra variedade do português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me surpreendeu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M3-F11, Uma língua, muitos países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não houver conferência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guião serve na mesma: o docente traz uma gravação ou um texto de alguém que fale sobre o português no mundo (uma entrevista, uma conferência gravada, um artigo com autor e data), e a turma ouve ou lê como se estivesse na conferência. As perguntas ao orador fazem-se por escrito e leem-se em voz alta.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M3-F11, Uma língua, muitos países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3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pedrohfernandes-klk.github.io/​pt/​m3/​licao-m3-f11/​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M3-F11, Uma língua, muitos países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pedrohfernandes-klk.github.io/​pt/​m3/​licao-m3-f11/​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M3-F11, Uma língua, muitos países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ATLAS LUSÓFONO (OPCIONAL)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Caetano Veloso, Brasil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5740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língua, muitos países: Caetano canta o português do Brasil e responde a Pessoa. Ouve a canção «Língua» antes da conferência e prepara uma pergunta sobre a língua.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M3-F11, Uma língua, muitos países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«Autocarro» em Portugal, «ônibus» no Brasil, «machimbombo» em Angola e em Moçambique: a mesma coisa com três nomes; e no Brasil «você» leva o verbo na 3.ª pessoa.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português não vive sozinho: em Cabo Verde fala-se também o crioulo, em Timor-Leste também o tétum.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Esclarecimento, crítica ou pergunta pessoal: a que levas ao público tem até 25 palavras, registo formal, e ensaia-se antes em voz alta.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M3-F11, Uma língua, muitos países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M3-F11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«Quem é a Musa?»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3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Sessão 08 · M3-F11 · Uma língua, muitos países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