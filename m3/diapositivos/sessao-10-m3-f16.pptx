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M3-F16,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disse este verso?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 vossas para a outra turma, e doze da outra turma para vocês. Ganha quem se preparar melhor.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turma prepara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a outra (quatro fáceis, quatro médias, quatro difíceis) sobre lírica, épica, contexto e gramática, com resposta e fonte (lição, verso, página).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Rondas: 1.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disse?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(dado o verso, dizer o poema); 2.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 relâmpago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3.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Métrica ao vivo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(contar sílabas); 4.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Defende em 30 segundos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(uma tese sobre Camões).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Juízes: um aluno de cada turma e o docente.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torneio interturmas sobre Camões lírico e épico: cada turma prepara doze perguntas para a outra, quatro fáceis, quatro médias e quatro difíceis.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rondas: «Quem disse?», «Recurso relâmpago», «Métrica ao vivo» e «Defende em 30 segundos»; cada pergunta leva resposta e fonte, com lição, verso ou página.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ficas a escrever perguntas difíceis mas justas, que obriguem a pensar e não só a decorar.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boa pergunta de torneio tem resposta e fonte: um verso, uma lição, uma página; sem isso os juízes não podem decidir.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rondas pedem quatro gestos: reconhecer de onde vem um verso, nomear um recurso, contar sílabas em voz alta e defender uma tese em trinta segundos.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não é obscuro: a pergunta que compara Leonor, de roupa e cores, com Bárbara, de olhos, obriga a pensar com os dois poemas à frente.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M3-F16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«Celebrar e criticar no mesmo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10 · M3-F16 · Quem disse este verso?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