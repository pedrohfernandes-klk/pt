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M3-F16,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disse este verso?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Doze perguntas vossas para a outra turma, e doze da outra turma para vocês. Ganha quem se preparar melhor.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lusiadas-1572-ros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Lusíadas, primeira edição (1572), frontispício.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quem deu fama este poema, e quem ficou de fora?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turma prepara doze perguntas para a outra (quatro fáceis, quatro médias, quatro difíceis) sobre lírica, épica, contexto e gramática, com resposta e fonte (lição, verso, página).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Rondas: 1. Quem disse? (dado o verso, dizer o poema); 2. Recurso relâmpago; 3. Métrica ao vivo (contar sílabas); 4. Defende em 30 segundos (uma tese sobre Camões).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Juízes: um aluno de cada turma e o docente.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torneio interturmas sobre Camões lírico e épico: cada turma prepara doze perguntas para a outra, quatro fáceis, quatro médias e quatro difíceis.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rondas: «Quem disse?», «Recurso relâmpago», «Métrica ao vivo» e «Defende em 30 segundos»; cada pergunta leva resposta e fonte, com lição, verso ou página.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tarefa de 25 %: ficas a escrever perguntas difíceis mas justas, que obriguem a pensar e não só a decorar.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RESPOSTA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3-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pedrohfernandes-klk.github.io/​pt/​m3/​licao-m3-f16/​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pedrohfernandes-klk.github.io/​pt/​m3/​licao-m3-f16/​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boa pergunta de torneio tem resposta e fonte: um verso, uma lição, uma página; sem isso os juízes não podem decidir.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rondas pedem quatro gestos: reconhecer de onde vem um verso, nomear um recurso, contar sílabas em voz alta e defender uma tese em trinta segundos.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não é obscuro: a pergunta que compara Leonor, de roupa e cores, com Bárbara, de olhos, obriga a pensar com os dois poemas à frente.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M3-F16, Quem disse este verso?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M3-F16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«Celebrar e criticar no mesmo poema»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10 · M3-F16 · Quem disse este verso?</dc:title>
  <dc:subject>PptxGenJS Presentation</dc:subject>
  <dc:creator>EPI · Português</dc:creator>
  <cp:lastModifiedBy>EPI · Português</cp:lastModifiedBy>
  <cp:revision>1</cp:revision>
  <dcterms:created xsi:type="dcterms:W3CDTF">2026-10-10T20:31:13Z</dcterms:created>
  <dcterms:modified xsi:type="dcterms:W3CDTF">2026-10-10T20:31:13Z</dcterms:modified>
  <dc:description/>
</cp:coreProperties>
</file>