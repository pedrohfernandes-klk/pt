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versões de 1498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1498 os portugueses chegaram à Índia. Quem já lá vivia não foi descoberto por ninguém. Vais pôr as duas versões lado a lado.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que já ouviste falar,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armas e os barões assinalados,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da ocidental praia Lusitana,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mares nunca de antes navegados,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Passaram ainda além da Taprobana,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perigos e guerras esforçados,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do que prometia a força humana,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 gente remota edificaram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Novo Reino, que tanto sublimaram;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também as memórias gloriosas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Daqueles Reis, que foram dilatando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Fé, o Império, e as terras viciosas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África e de Ásia andaram devastando;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aqueles, que por obras valerosas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vão da lei da morte libertando;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Cantando espalharei por toda parte,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tanto me ajudar o engenho e arte.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1498 os portugueses chegaram à Índia; Patrícia Lino, poeta nascida no Porto em 1990, publicou em 2020 um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pergunta quem conta essa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(I, 1 a 3) canta «os barões assinalados»; 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 objetos inventados e ironia, mostra quem fica sem nome nem voz.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facto, juízo, interpretação e opinião, e a contar 1498 pela voz de quem já vivia em Calecute.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NARRATIVA TRADICIONAL DAS DESCOBERTAS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</a:t>
                      </a:r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KIT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MOSTRA OU 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Protagonistas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usadas («descobrir», «civilizar»…)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não tem voz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diz quem conta e quem é contado: «os barões assinalados» têm nome e verbos de glória, «edificaram», «sublimaram»; a «gente remota» só aparece como cenário.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objetos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do Frasquinho de Mar Português à Sebastiana, fazem rir para deixar à vista o que a celebração cala.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juízo, interpretação e opinião são quatro afirmações diferentes; só a primeira se confirma com uma data, e um verbo como «chegar» evita decidir pelos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M3-F02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«Jerónimos: ler um edifício»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01 · M3-F02 · Duas versões de 1498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