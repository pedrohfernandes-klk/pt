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4-1.jpg" ContentType="image/jpg"/>
  <Override PartName="/ppt/media/image-5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M3-F02, Duas versões de 1498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3, LIÇÃO M3-F02,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versões de 1498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1498 os portugueses chegaram à Índia. Quem já lá vivia não foi descoberto por ninguém. Vais pôr as duas versões lado a lado.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camoes-fernao-gomes-157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Luís de Camões (Fernão Gomes, c. 1577).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M3-F02, Duas versões de 1498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PALAVRA DO MÓDULO, «FAMA»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quem é que já ouviste falar, e porquê?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M3-F02, Duas versões de 1498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conta as Descobertas, e de que lado?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M3-F02, Duas versões de 1498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amoes-fernao-gomes-1577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NARRATIVA TRADICIONAL: A PROPOSIÇÃO (I, 1 A 3)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armas e os barões assinalados,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da ocidental praia Lusitana,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mares nunca de antes navegados,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Passaram ainda além da Taprobana,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perigos e guerras esforçados,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Mais do que prometia a força humana,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entre gente remota edificaram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Novo Reino, que tanto sublimaram;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Luís de Camões,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Lusíadas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(1572), I, 1 a 3 (grafia modernizada).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M3-F02, Duas versões de 1498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amoes-fernao-gomes-1577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NARRATIVA TRADICIONAL: A PROPOSIÇÃO (I, 1 A 3)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também as memórias gloriosas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Daqueles Reis, que foram dilatando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Fé, o Império, e as terras viciosas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África e de Ásia andaram devastando;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aqueles, que por obras valerosas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vão da lei da morte libertando;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Cantando espalharei por toda parte,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a tanto me ajudar o engenho e arte.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Luís de Camões,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Lusíadas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(1572), I, 1 a 3 (grafia modernizada).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M3-F02, Duas versões de 1498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1498 os portugueses chegaram à Índia; Patrícia Lino, poeta nascida no Porto em 1990, publicou em 2020 um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pergunta quem conta essa história.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Proposição de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Lusíadas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(I, 1 a 3) canta «os barões assinalados»; o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com objetos inventados e ironia, mostra quem fica sem nome nem voz.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a distinguir facto, juízo, interpretação e opinião, e a contar 1498 pela voz de quem já vivia em Calecute.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M3-F02, Duas versões de 1498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NARRATIVA TRADICIONAL DAS DESCOBERTAS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O </a:t>
                      </a:r>
                      <a:pPr indent="0" marL="0">
                        <a:buNone/>
                      </a:pPr>
                      <a:r>
                        <a:rPr lang="en-US" sz="1100" b="1" i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KIT</a:t>
                      </a:r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MOSTRA OU PERGUNTA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Protagonistas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Palavras usadas («descobrir», «civilizar»…)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Quem não tem voz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Tom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M3-F02, Duas versões de 1498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faz cada exercício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cartão tem um «?» no topo: abre um vídeo curto que mostra como se responde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página «Como se faz» estão todos os vídeos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Vê o do primeiro cartão antes de começares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como-se-fa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pedrohfernandes-klk.github.io/​pt/​como/​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M3-F02, Duas versões de 1498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88290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8" name="Image 0" descr="/home/user/epi-portugues-fontes/_interno/biblioteca-imagens/qr/licao-m3-f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pedrohfernandes-klk.github.io/​pt/​m3/​licao-m3-f02/​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M3-F02, Duas versões de 1498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3-f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pedrohfernandes-klk.github.io/​pt/​m3/​licao-m3-f02/​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M3-F02, Duas versões de 1498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Proposição diz quem conta e quem é contado: «os barões assinalados» têm nome e verbos de glória, «edificaram», «sublimaram»; a «gente remota» só aparece como cenário.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objetos do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do Frasquinho de Mar Português à Sebastiana, fazem rir para deixar à vista o que a celebração cala.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Facto, juízo, interpretação e opinião são quatro afirmações diferentes; só a primeira se confirma com uma data, e um verbo como «chegar» evita decidir pelos outros.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M3-F02, Duas versões de 1498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M3-F02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651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651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74340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«Jerónimos: ler um edifício»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3-f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 · Sessão 01 · M3-F02 · Duas versões de 1498</dc:title>
  <dc:subject>PptxGenJS Presentation</dc:subject>
  <dc:creator>EPI · Português</dc:creator>
  <cp:lastModifiedBy>EPI · Português</cp:lastModifiedBy>
  <cp:revision>1</cp:revision>
  <dcterms:created xsi:type="dcterms:W3CDTF">2026-10-11T03:55:41Z</dcterms:created>
  <dcterms:modified xsi:type="dcterms:W3CDTF">2026-10-11T03:55:41Z</dcterms:modified>
  <dc:description/>
</cp:coreProperties>
</file>