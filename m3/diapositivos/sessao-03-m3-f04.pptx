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Objetos com duas histórias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astrolábio, um mapa, uma especiaria. Cada um tem a história que se conta e a que ficou por contar.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tumulo-camoes-jeronim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Túmulo de Luís de Camões, Mosteiro dos Jerónimos (fotografia de ProtoplasmaKid, 2019).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Escolham um objeto ligado às navegações (astrolábio, mapa, padrão, especiaria, carta, caravela…).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Recriem-no com olhar crítico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 objeto, imagem ou peça que mostre a história oficial e a que ficou por contar. Juntem-lhe uma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etiqueta de museu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(80–100 palavras) com uma fonte verificada.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curso tem a sua encomenda, da animação de quinze segundos à paisagem sonora de um porto do séc. XVI ouvida do cais e do porão.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grupo, à maneira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Patrícia Lino, recrias um objeto com duas leituras e escreves uma etiqueta de museu de 80 a 100 palavras com fonte verificada.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investigar três objetos, a verificar a fonte antes de fazer o teu e a dizer o que não conseguiste confirmar.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pedrohfernandes-klk.github.io/​pt/​m3/​licao-m3-f04/​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Astrolábio, mapa, padrão ou especiaria: o objeto escolhe-se pelo contraste que permite provar, não pelo que impressiona.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etiqueta de museu, 80 a 100 palavras com uma fonte verificada, é a parte do trabalho que mais se corrige: revê-se duas vezes.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se conseguiu confirmar não se inventa: diz-se na etiqueta ou na reflexão, e é isso que separa a história da hipótese.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M3-F04, Objetos com duas histórias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«Leonor e o perdigão»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03 · M3-F04 · Objetos com duas histórias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