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M3-F04, Objetos com duas histórias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3, LIÇÃO M3-F04,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Objetos com duas histórias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astrolábio, um mapa, uma especiaria. Cada um tem a história que se conta e a que ficou por contar.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tumulo-camoes-jeronimo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Túmulo de Luís de Camões, Mosteiro dos Jerónimos (fotografia de ProtoplasmaKid, 2019). CC BY-SA 4.0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M3-F04, Objetos com duas histórias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conta as Descobertas, e de que lado?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M3-F04, Objetos com duas histórias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encomenda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Escolham um objeto ligado às navegações (astrolábio, mapa, padrão, especiaria, carta, caravela…).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Recriem-no com olhar crítico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um objeto, imagem ou peça que mostre a história oficial e a que ficou por contar. Juntem-lhe uma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etiqueta de museu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(80–100 palavras) com uma fonte verificada.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M3-F04, Objetos com duas histórias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curso tem a sua encomenda, da animação de quinze segundos à paisagem sonora de um porto do séc. XVI ouvida do cais e do porão.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grupo, à maneira do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Patrícia Lino, recrias um objeto com duas leituras e escreves uma etiqueta de museu de 80 a 100 palavras com fonte verificada.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investigar três objetos, a verificar a fonte antes de fazer o teu e a dizer o que não conseguiste confirmar.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M3-F04, Objetos com duas histórias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3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pedrohfernandes-klk.github.io/​pt/​m3/​licao-m3-f04/​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M3-F04, Objetos com duas histórias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3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pedrohfernandes-klk.github.io/​pt/​m3/​licao-m3-f04/​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M3-F04, Objetos com duas histórias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Astrolábio, mapa, padrão ou especiaria: o objeto escolhe-se pelo contraste que permite provar, não pelo que impressiona.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etiqueta de museu, 80 a 100 palavras com uma fonte verificada, é a parte do trabalho que mais se corrige: revê-se duas vezes.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se conseguiu confirmar não se inventa: diz-se na etiqueta ou na reflexão, e é isso que separa a história da hipótese.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M3-F04, Objetos com duas histórias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M3-F04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«Leonor e o perdigão»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3-f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pedrohfernandes-klk.github.io/​pt/​m3/​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· Sessão 03 · M3-F04 · Objetos com duas histórias</dc:title>
  <dc:subject>PptxGenJS Presentation</dc:subject>
  <dc:creator>EPI · Português</dc:creator>
  <cp:lastModifiedBy>EPI · Português</cp:lastModifiedBy>
  <cp:revision>1</cp:revision>
  <dcterms:created xsi:type="dcterms:W3CDTF">2026-10-11T03:02:52Z</dcterms:created>
  <dcterms:modified xsi:type="dcterms:W3CDTF">2026-10-11T03:02:52Z</dcterms:modified>
  <dc:description/>
</cp:coreProperties>
</file>