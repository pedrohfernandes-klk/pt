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Jerónimos: ler um edifício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Manuel I mandou escrever uma mensagem em pedra, à beira do rio. Vais a Belém lê-la.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Rimas de Luís de Camões, primeira edição (1595),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IV, 94 E 95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um velho d'aspeito venerando,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ficava nas praias, entre a gente,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Postos em nós os olhos, meneando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vezes a cabeça, descontente,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voz pesada um pouco alevantando,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nós no mar ouvimos claramente,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C'um saber só de experiências feito,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Tais palavras tirou do experto peito: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IV, 94 e 95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IV, 94 E 95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glória de mandar! Ó vã cobiça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Desta vaidade, a quem chamamos Fama!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fraudulento gosto, que se atiça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C'uma aura popular, que honra se chama!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castigo tamanho e que justiça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Fazes no peito vão que muito te 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mortes, que perigos, que tormentas,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crueldades neles experimentas!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IV, 94 e 95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Manuel I mandou construir o Mosteiro de Santa Maria de Belém no início do século XVI; é o ponto alto do manuelino e Camões tem lá um túmulo.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edifício celebra o que o Velho do Restelo condena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(IV, 94 e 95): a «glória de mandar» e a «vã cobiça».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um monumento como texto: esfera armilar, cordas, túmulo, e a decidir se a pedra celebra, critica ou as duas coisas.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PROCURAR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 (DESENHO RÁPIDO OU DESCRIÇÃO)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SIGNIFICA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motivo marítimo (cordas, esferas, conchas…)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esfera armilar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túmulo de Camões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pormenor em que ninguém do grupo reparou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Mosteiro de Santa Maria de Belém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foi mandado construir por D. Manuel I e entregue à Ordem de São Jerónimo; as obras começaram no início do séc. XVI. É o ponto culminante da arquitetura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manuelina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Monumento Nacional desde 1907, Património Mundial da UNESCO desde 1983 (com a Torre de Belém) e Panteão Nacional desde 2016. Camões tem aí um túmulo. Os horários e as condições de visita confirmam-se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edifício lê-se como um texto: a esfera armilar, as cordas e a cruz de Cristo dizem poder do rei, mar e fé; o túmulo de Camões junta-lhes a memória.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canto IV o Velho do Restelo, com «um saber só de experiências feito», chama à Fama «vaidade» e à honra «aura popular», e diz o preço: «mortes», «perigos», «tormentas», «crueldades» (IV, 95).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Celebração na pedra, crítica no verso: a mesma viagem conta-se dos dois lados, e a tua posição vale pelo pormenor que viste.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M3-F03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«Objetos com duas histórias»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02 · M3-F03 · Jerónimos: ler um edifício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