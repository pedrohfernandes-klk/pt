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M7-F05,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beira do rio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Reis convida Lídia a sentar-se à beira do rio, dá-lhe a mão e, cinco versos depois, larga-a. Vais perceber porquê.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(fotografia, 1914).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não pede nada é livre, ou desistiu?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(1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sentar-te comigo, Lídia, à beira do rio.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Sossegadamente fitemos o seu curso e aprendamos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 vida passa, e não estamos de mãos enlaçadas.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(Enlacemos as mãos).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pensemos, crianças adultas, que a vida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 e não fica, nada deixa e nunca regressa,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 para um mar muito longe, para ao pé do Fado,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longe que os deuses.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(2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Desenlacemos as mãos, porque não vale a pena cansarmo-nos.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 gozemos, quer não gozemos, passamos como o rio.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vale saber passar silenciosamente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sem desassossegos grandes.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amores, nem ódios, nem paixões que levantam a voz,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invejas que dão movimento demais aos olhos,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cuidados, porque se os tivesse o rio sempre correria,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sempre iria ter ao mar.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«VEM SENTAR-TE COMIGO, LÍDIA, À BEIRA DO RIO» (ESTROFES 1–5) (3 DE 3)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Amemo-nos tranquilamente, pensando que podíamos,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quiséssemos, trocar beijos e abraços e carícias,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que mais vale estarmos sentados ao pé um do outro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Ouvindo correr o rio e vendo-o.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(12-6-1914),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14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«SEGUE O TEU DESTINO» (1.ª ESTROFE)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Segue o teu destino,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 as tuas plantas,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 as tuas rosas.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resto é a sombra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árvores alheias.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(1-7-1916),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Odes de Ricardo Reis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1946,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Reis convida Lídia a sentar-se à beira do rio e a ver a vida passar, sem a prender: epicurismo moderado e aceitação do destino.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conjuntivo que convida («fitemos», «enlacemos») e o imperativo marcam a atitude: aproveitar o momento sem pedir demais.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ode é um poema de tom elevado, em estrofes regulares, à maneira de Horácio.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NO POEMA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«Vem»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«fitemos», «aprendamos»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«Enlacemos» / «Desenlacemos»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«Segue», «Rega», «Ama»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pedrohfernandes-klk.github.io/​pt/​m7/​licao-m7-f05/​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pedrohfernandes-klk.github.io/​pt/​m7/​licao-m7-f05/​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movimento das mãos, «Enlacemos» e depois «Desenlacemos», é a filosofia inteira de Reis: aproximar-se sem se prender, porque «passamos como o rio».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imperativo («Vem», «Segue») convida e aconselha; o conjuntivo («fitemos», «aprendamos») propõe um gesto a dois.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amores, ódios, paixões, invejas nem cuidados, sobra a contemplação: epicurismo moderado e aceitação do Fado, na forma da ode.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M7-F05, À beira do 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 pouco que duramos»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08 · M7-F05 · À beira do rio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