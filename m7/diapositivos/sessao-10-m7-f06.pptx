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M7-F06, UNIDADE 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fábrica à Tabacaria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1914, Campos queria ser uma máquina. Em 1928, escreve «Não sou nada». Catorze anos entre as duas frases.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tabacaria-presenca-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«Tabacaria» na Presença, n.º 39, julho de 1933 (fotografia de Pmms2005).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fica de quem quer sentir tudo?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tabacaria-presenca-3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«ODE TRIUNFAL» (EXCERTOS, 1914)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dolorosa luz das grandes lâmpadas eléctricas da fábrica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Tenho febre e escrevo.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rodas, ó engrenagens, r-r-r-r-r-r-r eterno!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Forte espasmo retido dos maquinismos em fúria!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Ah, poder exprimir-me todo como um motor se exprime!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 completo como uma máquina!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de Campos, Poesias de Álvaro de Campos, Ática, 1944 (grafia da edição),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tabacaria-presenca-3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«TABACARIA» (INÍCIO, 1928)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sou nada.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serei nada.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posso querer ser nada.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parte isso, tenho em mim todos os sonhos do mundo.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Janelas do meu quarto,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meu quarto de um dos milhões do mundo que ninguém sabe quem é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 se soubessem quem é, o que saberiam?),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Dais para o mistério de uma rua cruzada constantemente por gente,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uma rua inacessível a todos os pensamentos,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Real, impossivelmente real, certa, desconhecidamente certa,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mistério das coisas por baixo das pedras e dos seres,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a morte a pôr humidade nas paredes e cabelos brancos nos homens,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Destino a conduzir a carroça de tudo pela estrada de nada.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de Campos (15-1-1928),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1914, na «Ode Triunfal», Campos quer ser uma máquina: a exaltação do moderno, das fábricas, da velocidade.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1928, na «Tabacaria», escreve «Não sou nada»: o cansaço lúcido de quem olha a rua da janela.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Catorze anos entre as duas frases: a evolução do heterónimo é a história de um entusiasmo que se gasta. Nos dois poemas, o verso é livre.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ODE TRIUNFAL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TABACARIA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Atitude do sujeito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marcante (com exemplo)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Ritmo e verso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pedrohfernandes-klk.github.io/​pt/​m7/​licao-m7-f06/​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pedrohfernandes-klk.github.io/​pt/​m7/​licao-m7-f06/​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1914 o sujeito escreve «À dolorosa luz das grandes lâmpadas eléctricas da fábrica», com apóstrofes e onomatopeias, e quer «Ser completo como uma máquina!».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1928 olha a rua da janela: a gradação «Não sou nada. / Nunca serei nada. / Não posso querer ser nada.» cai na antítese dos «sonhos do mundo».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verso livre serve as duas fases: longo e exclamativo na euforia, curto e a crescer no cansaço lúcido.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M7-F06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«Deus quer, o homem sonha, a obra nasce»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10 · M7-F06 · Da fábrica à Tabacaria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