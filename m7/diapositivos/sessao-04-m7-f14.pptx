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media/image-4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M7-F14, Não sei se é sonho, se realidade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7, LIÇÃO M7-F14, UNIDADE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sei se é sonho, se realidade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Há uma ilha no extremo sul onde a vida é jovem e o amor sorri. O poema vai lá, olha bem, e volta para trás.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presenca-39-tabacari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«Tabacaria» na revista Presença, n.º 39 (julho de 1933), página 2.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M7-F14, Não sei se é sonho, se realidade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felicidade está num lugar ou dentro de nós?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M7-F14, Não sei se é sonho, se realidade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presenca-39-tabacaria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FERNANDO PESSOA, «NÃO SEI SE É SONHO, SE REALIDADE»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sei se é sonho, se realidade,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uma mistura de sonho e vida,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Aquela terra de suavidade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na ilha extrema do sul se olvida.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 a que ansiamos. Ali, ali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vida é jovem e o amor sorri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Talvez palmares inexistentes,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Áleas longínquas sem poder ser,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Sombra ou sossego dêem aos crentes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que essa terra se pode ter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Felizes, nós? Ali, talvez, talvez,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Naquela terra, daquela vez,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Fernando Pessoa (20-8-1933), Poesias, Ática, 1942,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M7-F14, Não sei se é sonho, se realidade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presenca-39-tabacaria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FERNANDO PESSOA, «NÃO SEI SE É SONHO, SE REALIDADE»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5044288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 já sonhada se desvirtua,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Só de pensá-la cansou pensar;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 os palmares, à luz da lua,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Sente-se o frio de haver luar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Ah, nesta terra também, também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mal não cessa, não dura o bem.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324448" y="1005840"/>
            <a:ext cx="5044288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com ilhas do fim do mundo,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Nem com palmares de sonho ou não,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cura a alma seu mal profundo,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o bem nos entra no coração.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 em nós que é tudo. É ali, ali,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a vida é jovem e o amor sorri.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Fernando Pessoa (20-8-1933), Poesias, Ática, 1942,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M7-F14, Não sei se é sonho, se realidade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26161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Há uma ilha no extremo sul onde «a vida é jovem e o amor sorri»; o poema vai até lá, olha bem e regressa.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822960" y="34198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429000"/>
            <a:ext cx="917417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Basta pensar na ilha para o encanto se desfazer: «nesta terra também, também o mal não cessa».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822960" y="436473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364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373880"/>
            <a:ext cx="917417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conclusão é «É em nós que é tudo»: o bem não está num lugar, está dentro de cada um. Vais defender ou atacar esta tese.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M7-F14, Não sei se é sonho, se realidade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ESTROFE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AFIRMA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PALAVRA OU EXPRESSÃO-CHAVE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M7-F14, Não sei se é sonho, se realidade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«A ilha do sul»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pedrohfernandes-klk.github.io/​pt/​m7/​licao-m7-f14/​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M7-F14, Não sei se é sonho, se realidade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pedrohfernandes-klk.github.io/​pt/​m7/​licao-m7-f14/​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M7-F14, Não sei se é sonho, se realidade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7884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poema faz um raciocínio em quatro estrofes: a terra ideal («Ali, ali»), a dúvida («talvez, talvez»), o sonho que se gasta ao ser pensado e a conclusão «É em nós que é tudo».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6677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66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67690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verso repetido «a vida é jovem e o amor sorri» muda de lugar: a ilha extrema do sul passa a ser o interior do sujeito.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8915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91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900676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dor de pensar volta no «frio de haver luar»: basta pensar o sonho para o desfazer.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M7-F14, Não sei se é sonho, se realidade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M7-F14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«A infância que não tive»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7-f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M7 · Sessão 04 · M7-F14 · Não sei se é sonho, se realidade</dc:title>
  <dc:subject>PptxGenJS Presentation</dc:subject>
  <dc:creator>EPI · Português</dc:creator>
  <cp:lastModifiedBy>EPI · Português</cp:lastModifiedBy>
  <cp:revision>1</cp:revision>
  <dcterms:created xsi:type="dcterms:W3CDTF">2026-10-10T20:31:14Z</dcterms:created>
  <dcterms:modified xsi:type="dcterms:W3CDTF">2026-10-10T20:31:14Z</dcterms:modified>
  <dc:description/>
</cp:coreProperties>
</file>