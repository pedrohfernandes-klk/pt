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M7-F07, Como se soubesse a verdade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M7-F07,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soubesse a verdade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«Como se» abre uma porta que «porque» fecha. Duas expressões pequenas, dois mundos.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epicuro-altes-museu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Busto de Epicuro, Altes Museum, Berlim (fotografia de Yair Haklai, 2019).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M7-F07, Como se soubesse a verdade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diferença sentes entre «porque» e «como se»?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M7-F07, Como se soubesse a verdade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63347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«Como se» abre uma porta que «porque» fecha: a oração subordinada muda o sentido da frase.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048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048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057144"/>
            <a:ext cx="9174175" cy="1688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versos de Reis e de Campos, aprendes a identificar as orações (coordenadas, subordinadas) e o valor que cada conector dá: causa, condição, comparação, concessão.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7365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745736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Reformular uma frase com outro conector é mudar a relação entre as ideias.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M7-F07, Como se soubesse a verdade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 a oração sublinhada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611655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CLASSIFICAÇÃO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«Estou hoje vencido, </a:t>
                      </a:r>
                      <a:pPr indent="0" marL="0">
                        <a:buNone/>
                      </a:pPr>
                      <a:r>
                        <a:rPr lang="en-US" sz="1500" u="sng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se soubesse a verdade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.» (Campos)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«Estou hoje lúcido, </a:t>
                      </a:r>
                      <a:pPr indent="0" marL="0">
                        <a:buNone/>
                      </a:pPr>
                      <a:r>
                        <a:rPr lang="en-US" sz="1500" u="sng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se estivesse para morrer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,» (Campos)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«aprendamos / </a:t>
                      </a:r>
                      <a:pPr indent="0" marL="0">
                        <a:buNone/>
                      </a:pPr>
                      <a:r>
                        <a:rPr lang="en-US" sz="1500" u="sng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 a vida passa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» (Reis)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«Desenlacemos as mãos, </a:t>
                      </a:r>
                      <a:pPr indent="0" marL="0">
                        <a:buNone/>
                      </a:pPr>
                      <a:r>
                        <a:rPr lang="en-US" sz="1500" u="sng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porque não vale a pena cansarmo-nos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.» (Reis)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«A realidade / Sempre é mais ou menos / Do que nós queremos.» — «</a:t>
                      </a:r>
                      <a:pPr indent="0" marL="0">
                        <a:buNone/>
                      </a:pPr>
                      <a:r>
                        <a:rPr lang="en-US" sz="1500" u="sng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que nós queremos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» (Reis)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M7-F07, Como se soubesse a verdade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7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pedrohfernandes-klk.github.io/​pt/​m7/​licao-m7-f07/​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M7-F07, Como se soubesse a verdade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pedrohfernandes-klk.github.io/​pt/​m7/​licao-m7-f07/​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M7-F07, Como se soubesse a verdade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lição classifica cinco orações: «como se soubesse», «como se estivesse» e «Do que nós queremos» (comparativas), «Que a vida passa» (completiva) e «porque não vale a pena» (causal).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conjuntivo em «soubesse» mantém a hipótese; o indicativo em «sei» afirma uma causa; «embora não saiba» opõe duas ideias.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isso a versão de Campos serve a dúvida: «como se» abre a porta que «porque» fecha.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M7-F07, Como se soubesse a verdade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M7-F07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«Da fábrica à Tabacaria»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09 · M7-F07 · Como se soubesse a verdade</dc:title>
  <dc:subject>PptxGenJS Presentation</dc:subject>
  <dc:creator>EPI · Português</dc:creator>
  <cp:lastModifiedBy>EPI · Português</cp:lastModifiedBy>
  <cp:revision>1</cp:revision>
  <dcterms:created xsi:type="dcterms:W3CDTF">2026-10-10T20:31:14Z</dcterms:created>
  <dcterms:modified xsi:type="dcterms:W3CDTF">2026-10-10T20:31:14Z</dcterms:modified>
  <dc:description/>
</cp:coreProperties>
</file>