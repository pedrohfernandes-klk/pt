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media/image-3-1.jpg" ContentType="image/jpg"/>
  <Override PartName="/ppt/media/image-4-1.jpg" ContentType="image/jpg"/>
  <Override PartName="/ppt/media/image-5-1.jpg" ContentType="image/jpg"/>
  <Override PartName="/ppt/media/image-6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M7-F34, Chuva Oblíqua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3.º ANO, MÓDULO 7, LIÇÃO M7-F34, UNIDADE 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4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Chuva Oblíqua</a:t>
            </a:r>
            <a:endParaRPr lang="en-US" sz="40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Duas cenas no mesmo verso: uma paisagem ao sol e um porto sonhado; uma igreja acesa e a chuva lá fora.</a:t>
            </a:r>
            <a:endParaRPr lang="en-US" sz="2000" dirty="0"/>
          </a:p>
        </p:txBody>
      </p:sp>
      <p:pic>
        <p:nvPicPr>
          <p:cNvPr id="15" name="Image 0" descr="/home/user/epi-portugues-fontes/_interno/biblioteca-imagens/fontes/presenca-39-tabacari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3855" y="914400"/>
            <a:ext cx="4754880" cy="4572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3855" y="914400"/>
            <a:ext cx="4754880" cy="4572000"/>
          </a:xfrm>
          <a:prstGeom prst="rect">
            <a:avLst/>
          </a:prstGeom>
          <a:ln w="12700">
            <a:solidFill>
              <a:srgbClr val="F2F0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13855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«Tabacaria» na revista Presença, n.º 39 (julho de 1933), página 2. Domínio público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M7-F34, Chuva Oblíqua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CINCO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Consegues estar em dois lugares ao mesmo tempo, sem saíres de onde estás?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M7-F34, Chuva Oblíqua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presenca-39-tabacaria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FERNANDO PESSOA, «CHUVA OBLÍQUA», I (1 DE 2)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Atravessa esta paisagem o meu sonho dum porto infinito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a cor das flores é transparente de as velas de grandes navios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largam do cais arrastando nas águas por sombra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Os vultos ao sol daquelas árvores antigas...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porto que sonho é sombrio e pálido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esta paisagem é cheia de sol deste lado...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 no meu espírito o sol deste dia é porto sombrio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os navios que saem do porto são estas árvores ao sol...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Fernando Pessoa, Orpheu n.º 2, abril a junho de 1915, Projeto Gutenberg, e-book 23621 (grafia atualizada)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M7-F34, Chuva Oblíqua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presenca-39-tabacaria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FERNANDO PESSOA, «CHUVA OBLÍQUA», I (2 DE 2)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Liberto em duplo, abandonei-me da paisagem abaixo...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vulto do cais é a estrada nítida e calma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se levanta e se ergue como um muro,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os navios passam por dentro dos troncos das árvores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 uma horizontalidade vertical,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deixam cair amarras na água pelas folhas uma a uma dentro...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sei quem me sonho...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Súbito toda a água do mar do porto é transparente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vejo no fundo, como uma estampa enorme que lá estivesse desdobrada,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Esta paisagem toda, renque de árvores, estrada a arder em aquele porto,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a sombra duma nau mais antiga que o porto que passa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Entre o meu sonho do porto e o meu ver esta paisagem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chega ao pé de mim, e entra por mim dentro,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passa para o outro lado da minha alma...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Fernando Pessoa, Orpheu n.º 2, abril a junho de 1915, Projeto Gutenberg, e-book 23621 (grafia atualizada)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M7-F34, Chuva Oblíqua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presenca-39-tabacaria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FERNANDO PESSOA, «CHUVA OBLÍQUA», II (1 DE 2)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Ilumina-se a igreja por dentro da chuva deste dia,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cada vela que se acende é mais chuva a bater na vidraça...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Alegra-me ouvir a chuva porque ela é o templo estar aceso,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as vidraças da igreja vistas de fora são o som da chuva ouvido por dentro...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esplendor do altar-mor é o eu não poder quase ver os montes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Através da chuva que é ouro tão solene na toalha do altar...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Soa o canto do coro, latino e vento a sacudir-me a vidraça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sente-se chiar a água no facto de haver coro...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Fernando Pessoa, Orpheu n.º 2, abril a junho de 1915, Projeto Gutenberg, e-book 23621 (grafia atualizada)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M7-F34, Chuva Oblíqua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presenca-39-tabacaria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FERNANDO PESSOA, «CHUVA OBLÍQUA», II (2 DE 2)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missa é um automóvel que passa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Através dos fiéis que se ajoelham em hoje ser um dia triste...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Súbito vento sacode em esplendor maior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festa da catedral e o ruído da chuva absorve tudo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Até só se ouvir a voz do padre água perder-se ao longe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 o som de rodas de automóvel...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apagam-se as luzes da igreja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 chuva que cessa...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Fernando Pessoa, Orpheu n.º 2, abril a junho de 1915, Projeto Gutenberg, e-book 23621 (grafia atualizada)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M7-F34, Chuva Oblíqua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«Chuva Oblíqua» saiu no </a:t>
            </a:r>
            <a:pPr indent="0" marL="0">
              <a:lnSpc>
                <a:spcPct val="105000"/>
              </a:lnSpc>
              <a:buNone/>
            </a:pPr>
            <a:r>
              <a:rPr lang="en-US" sz="2200" i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Orpheu</a:t>
            </a:r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2, em 1915, como «poemas interseccionistas»: o que o poeta vê e o que sonha cruzam-se no mesmo verso.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poema I, uma paisagem ao sol e um porto sombrio fundem-se: «os navios passam por dentro dos troncos das árvores».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poema II, a igreja acesa e a chuva lá fora tornam-se uma só imagem: «cada vela que se acende é mais chuva a bater na vidraça».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M7-F34, Chuva Oblíqua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VER, E COMPLETAR NO CADERNO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 no caderno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57400"/>
          <a:ext cx="10545775" cy="914400"/>
        </p:xfrm>
        <a:graphic>
          <a:graphicData uri="http://schemas.openxmlformats.org/drawingml/2006/table">
            <a:tbl>
              <a:tblPr/>
              <a:tblGrid>
                <a:gridCol w="4429226"/>
                <a:gridCol w="3058275"/>
                <a:gridCol w="3058275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VERSO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 PLANO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OUTRO PLANO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«Atravessa esta paisagem o meu sonho dum porto infinito»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«E os navios passam por dentro dos troncos das árvores»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«Ilumina-se a igreja por dentro da chuva deste dia»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«A missa é um automóvel que passa»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M7-F34, Chuva Oblíqua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NO TELEMÓVEL, QUINZE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lição no telemóvel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88290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responde aos cartões, um de cada vez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percurso marca a lição como feita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18" name="Image 0" descr="/home/user/epi-portugues-fontes/_interno/biblioteca-imagens/qr/licao-m7-f3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pedrohfernandes-klk.github.io/​pt/​m7/​licao-m7-f34/​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M7-F34, Chuva Oblíqua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PAUSA: CARTÕES NO TELEMÓVEL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minutos, com placar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lição, toca em «Sala» e escreve o código do ecrã e uma alcunha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os cartões que o ecrã indica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acabares, olha para o placar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7-f3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pedrohfernandes-klk.github.io/​pt/​m7/​licao-m7-f34/​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M7-F34, Chuva Oblíqua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«Chuva Oblíqua» (</a:t>
            </a:r>
            <a:pPr indent="0" marL="0">
              <a:lnSpc>
                <a:spcPct val="105000"/>
              </a:lnSpc>
              <a:buNone/>
            </a:pPr>
            <a:r>
              <a:rPr lang="en-US" sz="2200" i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Orpheu</a:t>
            </a:r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2, 1915) cruza dois planos no mesmo verso: é o interseccionismo, uma dupla exposição feita de palavras.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poema I, a paisagem que o poeta vê e o porto que sonha trocam de lugar: os navios passam pelos troncos das árvores.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poema II, o dentro e o fora da igreja fundem-se: a vela é chuva, as vidraças vistas de fora são o som ouvido por dentro.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M7-F34, Chuva Oblíqua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telemóvel ou no PC da escola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o baralho da lição M7-F34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296519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29651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2974340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Espreita a lição seguinte, «Não sei se é sonho, se realidade»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sair: foto do caderno para o portefólio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passo-m7-f3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pedrohfernandes-klk.github.io/​pt/​m7/​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M7 · Sessão 04 · M7-F34 · Chuva Oblíqua</dc:title>
  <dc:subject>PptxGenJS Presentation</dc:subject>
  <dc:creator>EPI · Português</dc:creator>
  <cp:lastModifiedBy>EPI · Português</cp:lastModifiedBy>
  <cp:revision>1</cp:revision>
  <dcterms:created xsi:type="dcterms:W3CDTF">2026-10-11T02:05:57Z</dcterms:created>
  <dcterms:modified xsi:type="dcterms:W3CDTF">2026-10-11T02:05:57Z</dcterms:modified>
  <dc:description/>
</cp:coreProperties>
</file>