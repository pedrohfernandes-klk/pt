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M7-F34,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Chuva Oblíqua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cenas no mesmo verso: uma paisagem ao sol e um porto sonhado; uma igreja acesa e a chuva lá fora.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«Tabacaria» na revista Presença, n.º 39 (julho de 1933), página 2.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Consegues estar em dois lugares ao mesmo tempo, sem saíres de onde estás?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Atravessa esta paisagem o meu sonho dum porto infinito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cor das flores é transparente de as velas de grandes navios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largam do cais arrastando nas águas por sombra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vultos ao sol daquelas árvores antigas...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porto que sonho é sombrio e pálido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esta paisagem é cheia de sol deste lado...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no meu espírito o sol deste dia é porto sombrio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navios que saem do porto são estas árvores ao sol...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Orpheu n.º 2, abril a junho de 1915, Projeto Gutenberg, e-book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Liberto em duplo, abandonei-me da paisagem abaixo...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vulto do cais é a estrada nítida e calma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levanta e se ergue como um muro,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navios passam por dentro dos troncos das árvores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uma horizontalidade vertical,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deixam cair amarras na água pelas folhas uma a uma dentro...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sei quem me sonho...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Súbito toda a água do mar do porto é transparente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vejo no fundo, como uma estampa enorme que lá estivesse desdobrada,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paisagem toda, renque de árvores, estrada a arder em aquele porto,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sombra duma nau mais antiga que o porto que passa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o meu sonho do porto e o meu ver esta paisagem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chega ao pé de mim, e entra por mim dentro,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passa para o outro lado da minha alma...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Orpheu n.º 2, abril a junho de 1915, Projeto Gutenberg, e-book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Ilumina-se a igreja por dentro da chuva deste dia,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cada vela que se acende é mais chuva a bater na vidraça...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Alegra-me ouvir a chuva porque ela é o templo estar aceso,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 vidraças da igreja vistas de fora são o som da chuva ouvido por dentro...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esplendor do altar-mor é o eu não poder quase ver os montes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Através da chuva que é ouro tão solene na toalha do altar...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Soa o canto do coro, latino e vento a sacudir-me a vidraça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sente-se chiar a água no facto de haver coro...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Orpheu n.º 2, abril a junho de 1915, Projeto Gutenberg, e-book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missa é um automóvel que passa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Através dos fiéis que se ajoelham em hoje ser um dia triste...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Súbito vento sacode em esplendor maior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festa da catedral e o ruído da chuva absorve tudo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só se ouvir a voz do padre água perder-se ao longe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som de rodas de automóvel...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apagam-se as luzes da igreja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chuva que cessa...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Orpheu n.º 2, abril a junho de 1915, Projeto Gutenberg, e-book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 saiu no Orpheu 2, em 1915, como «poemas interseccionistas»: o que o poeta vê e o que sonha cruzam-se no mesmo verso.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I, uma paisagem ao sol e um porto sombrio fundem-se: «os navios passam por dentro dos troncos das árvores».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II, a igreja acesa e a chuva lá fora tornam-se uma só imagem: «cada vela que se acende é mais chuva a bater na vidraça».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PLANO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OUTRO PLANO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«Atravessa esta paisagem o meu sonho dum porto infinito»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os navios passam por dentro dos troncos das árvores»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«Ilumina-se a igreja por dentro da chuva deste dia»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missa é um automóvel que passa»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pedrohfernandes-klk.github.io/​pt/​m7/​licao-m7-f34/​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pedrohfernandes-klk.github.io/​pt/​m7/​licao-m7-f34/​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 (Orpheu 2, 1915) cruza dois planos no mesmo verso: é o interseccionismo, uma dupla exposição feita de palavras.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I, a paisagem que o poeta vê e o porto que sonha trocam de lugar: os navios passam pelos troncos das árvores.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II, o dentro e o fora da igreja fundem-se: a vela é chuva, as vidraças vistas de fora são o som ouvido por dentro.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Chuva Oblíqua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M7-F34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«Não sei se é sonho, se realidade»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04 · M7-F34 · Chuva Oblíqua</dc:title>
  <dc:subject>PptxGenJS Presentation</dc:subject>
  <dc:creator>EPI · Português</dc:creator>
  <cp:lastModifiedBy>EPI · Português</cp:lastModifiedBy>
  <cp:revision>1</cp:revision>
  <dcterms:created xsi:type="dcterms:W3CDTF">2026-10-11T00:24:32Z</dcterms:created>
  <dcterms:modified xsi:type="dcterms:W3CDTF">2026-10-11T00:24:32Z</dcterms:modified>
  <dc:description/>
</cp:coreProperties>
</file>