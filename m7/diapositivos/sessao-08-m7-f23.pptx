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M7-F23,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pouco que duramos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Há rosas que nascem de manhã e morrem à noite. Para elas, a luz é eterna. Reis propõe a Lídia que vivam os dois assim.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horacio-gravura-173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Horácio, gravura no frontispício das Oeuvres (1735, Rijksmuseum). CC0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não pede nada é livre, ou desistiu?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horacio-gravura-1735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RICARDO REIS, «AS ROSAS AMO DOS JARDINS DE ADÓNIS»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rosas amo dos jardins de Adónis,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Essas volucres amo, Lídia, rosas,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em o dia em que nascem,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esse dia morrem.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luz para elas é eterna, porque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Nascem nascido já o Sol, e acabam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que Apolo deixe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seu curso visível.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324448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Assim façamos nossa vida um dia,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Inscientes, Lídia, voluntariamente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há noite antes e após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pouco que duramos.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Reis (11-7-1914), Odes de Ricardo Reis, Ática, 1946, 1.ª publ. Athena, n.º 1, Lisboa, outubro de 1924,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63347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«As rosas amo dos jardins de Adónis», as rosas que duram um só dia são o modelo da vida que Reis propõe a Lídia.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Epicurismo: a tranquilidade com prazeres simples, sem excessos, sem temer a morte; estoicismo: dominar as paixões e aceitar a ordem do mundo.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7365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745736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consciência da morte não leva ao desespero: leva a viver com medida.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ESTROFE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DIZ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 OU EXPRESSÃO-CHAVE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Ode: poema de tom elevado, em estrofes regulares; Reis segue o modelo do poeta latino Horácio.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Epicurismo: procurar a tranquilidade com prazeres simples, sem excessos, e sem temer a morte.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Estoicismo: dominar as paixões e aceitar a ordem do mundo, incluindo a morte.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Carpe diem: expressão latina que manda aproveitar o dia de hoje. Na lição «À beira do rio» viste esta maneira de viver; aqui dás-lhe nome.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Fonte: Wikipédia, «Ricardo Reis».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«À beira do rio»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pedrohfernandes-klk.github.io/​pt/​m7/​licao-m7-f23/​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pedrohfernandes-klk.github.io/​pt/​m7/​licao-m7-f23/​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rosas de Adónis nascem e morrem no mesmo dia e, por isso, para elas a luz «é eterna»: nunca conhecem a noite.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8602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86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9516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«façamos nossa vida um dia, / Inscientes, Lídia, voluntariamente» só é possível para quem sabe «Que há noite antes e após»: uma inconsciência encenada.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ode do rio, a vida passa e não volta; nesta, dura um dia: as duas dizem que a vida é breve e pedem a Lídia que a aceite com calma, sem paixões que perturbem.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M7-F23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«Como se soubesse a verdade»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08 · M7-F23 · O pouco que duramos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