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M7-F15, A infância que não tive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M7-F15,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infância que não tive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Ouvem-se crianças a brincar na rua e vem uma saudade enorme de uma infância que nunca aconteceu.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pessoa-191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 (fotografia, 1914).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M7-F15, A infância que não tive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Podes ter saudade do que nunca viveste?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M7-F15, A infância que não tive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essoa-191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«QUANDO AS CRIANÇAS BRINCAM»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5044288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Quando as crianças brincam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eu as oiço brincar,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Qualquer coisa em minha alma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Começa a se alegrar.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toda aquela infância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não tive me vem,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Numa onda de alegria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não foi de ninguém.</a:t>
            </a:r>
            <a:endParaRPr lang="en-US" sz="2400" dirty="0"/>
          </a:p>
        </p:txBody>
      </p:sp>
      <p:sp>
        <p:nvSpPr>
          <p:cNvPr id="10" name="Text 6"/>
          <p:cNvSpPr/>
          <p:nvPr/>
        </p:nvSpPr>
        <p:spPr>
          <a:xfrm>
            <a:off x="6324448" y="1005840"/>
            <a:ext cx="5044288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quem fui é enigma,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quem serei visão,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sou ao menos sinta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Isto no coração.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 (5-9-1933),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Poesias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Ática, 1942,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M7-F15, A infância que não tive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Ouvem-se crianças a brincar e vem a saudade de uma infância que não aconteceu: a nostalgia do que não se teve.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8602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86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9516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«Se quem fui é enigma, e quem serei visão, quem sou ao menos sinta isto no coração»: o presente como único lugar possível.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de palavras por processos irregulares: sigla (PTM), acrónimo (ONU), truncação (foto), amálgama (portunhol), empréstimo (futebol).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M7-F15, A infância que não tive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611655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PALAVRA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PROCESSO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cinema ← cinematógrafo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DCG (Design de Comunicação Gráfica)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ONU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rato (do computador)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futebol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M7-F15, A infância que não tive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formam palavras novas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02082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286000"/>
            <a:ext cx="9814255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Sigla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iniciais lidas letra a letra (PTM).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Acrónimo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iniciais lidas como palavra (ONU).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Truncação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corta-se parte da palavra (foto ← fotografia).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Amálgama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juntam-se partes de duas palavras (portunhol ← português + espanhol).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Empréstimo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palavra de outra língua (futebol ← </a:t>
            </a:r>
            <a:pPr indent="0" marL="0">
              <a:lnSpc>
                <a:spcPct val="120000"/>
              </a:lnSpc>
              <a:buNone/>
            </a:pPr>
            <a:r>
              <a:rPr lang="en-US" sz="23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football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Extensão semântica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palavra antiga ganha sentido novo (rato, do computador).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Onomatopeia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imita um som (tiquetaque).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M7-F15, A infância que não tive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pedrohfernandes-klk.github.io/​pt/​m7/​licao-m7-f15/​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M7-F15, A infância que não tive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pedrohfernandes-klk.github.io/​pt/​m7/​licao-m7-f15/​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M7-F15, A infância que não tive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Ouvir crianças a brincar traz «toda aquela infância / Que não tive»: a nostalgia do que não aconteceu, criada pela imaginação.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três «quem» da última estrofe dividem a identidade em passado (enigma), futuro (visão) e presente, o único que o sujeito pede que sinta.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gramática, os processos irregulares: truncação (cinema), sigla (DCG), acrónimo (ONU), extensão semântica (rato), empréstimo (futebol), amálgama (portunhol) e onomatopeia (zás-trás).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M7-F15, A infância que não tive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M7-F15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«Pensar é estar doente dos olhos»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06 · M7-F15 · A infância que não tive</dc:title>
  <dc:subject>PptxGenJS Presentation</dc:subject>
  <dc:creator>EPI · Português</dc:creator>
  <cp:lastModifiedBy>EPI · Português</cp:lastModifiedBy>
  <cp:revision>1</cp:revision>
  <dcterms:created xsi:type="dcterms:W3CDTF">2026-10-11T04:01:32Z</dcterms:created>
  <dcterms:modified xsi:type="dcterms:W3CDTF">2026-10-11T04:01:32Z</dcterms:modified>
  <dc:description/>
</cp:coreProperties>
</file>