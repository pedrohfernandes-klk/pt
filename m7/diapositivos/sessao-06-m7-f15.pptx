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infância que não tive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Ouvem-se crianças a brincar na rua e vem uma saudade enorme de uma infância que nunca aconteceu.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Podes ter saudade do que nunca viveste?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«QUANDO AS CRIANÇAS BRINCAM»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as crianças brincam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as oiço brincar,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Qualquer coisa em minha alma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a se alegrar.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toda aquela infância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tive me vem,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onda de alegria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foi de ninguém.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quem fui é enigma,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quem serei visão,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sou ao menos sinta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Isto no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(5-9-1933),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Ouvem-se crianças a brincar e vem a saudade de uma infância que não aconteceu: a nostalgia do que não se teve.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 quem fui é enigma, e quem serei visão, quem sou ao menos sinta isto no coração»: o presente como único lugar possível.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de palavras por processos irregulares: sigla (PTM), acrónimo (ONU), truncação (foto), amálgama (portunhol), empréstimo (futebol).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cinema ← cinematógrafo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DCG (Design de Comunicação Gráfica)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rato (do computador)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futebol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formam palavras novas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Sigla: iniciais lidas letra a letra (PTM).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Acrónimo: iniciais lidas como palavra (ONU).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Truncação: corta-se parte da palavra (foto ← fotografia).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Amálgama: juntam-se partes de duas palavras (portunhol ← português + espanhol).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Empréstimo: palavra de outra língua (futebol ← football).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Extensão semântica: palavra antiga ganha sentido novo (rato, do computador).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Onomatopeia: imita um som (tiquetaque).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crianças a brincar traz «toda aquela infância / Que não tive»: a nostalgia do que não aconteceu, criada pela imaginação.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«quem» da última estrofe dividem a identidade em passado (enigma), futuro (visão) e presente, o único que o sujeito pede que sinta.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os processos irregulares: truncação (cinema), sigla (DCG), acrónimo (ONU), extensão semântica (rato), empréstimo (futebol), amálgama (portunhol) e onomatopeia (zás-trás).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«Pensar é estar doente dos olhos»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06 · M7-F15 · A infância que não tive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