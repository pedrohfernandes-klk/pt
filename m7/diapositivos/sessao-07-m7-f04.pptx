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M7-F04,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Pensar é estar doente dos olhos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Caeiro diz que pensar estraga a vista. E depois passa o resto do poema a argumentar.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sa-fernando-pesso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 Fernando Pessoa (fotografia de Lijealso, 2008). CC BY 3.0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Consegue-se ver sem pensar?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sa-fernando-pesso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</a:t>
            </a:r>
            <a:pPr indent="0" marL="0">
              <a:buNone/>
            </a:pPr>
            <a:r>
              <a:rPr lang="en-US" sz="1100" b="1" i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GUARDADOR DE REBANHOS</a:t>
            </a:r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II (EXCERTOS)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meu olhar é nítido como um girassol.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Creio no Mundo como num malmequer,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o vejo. Mas não penso nele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pensar é não compreender...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Caeiro (8-3-1914),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Poemas de Alberto Caeiro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1946,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sa-fernando-pesso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</a:t>
            </a:r>
            <a:pPr indent="0" marL="0">
              <a:buNone/>
            </a:pPr>
            <a:r>
              <a:rPr lang="en-US" sz="1100" b="1" i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GUARDADOR DE REBANHOS</a:t>
            </a:r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II (EXCERTOS)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Mundo não se fez para pensarmos nele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(Pensar é estar doente dos olhos)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para olharmos para ele e estarmos de acordo...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Caeiro (8-3-1914),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Poemas de Alberto Caeiro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1946,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sa-fernando-pesso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</a:t>
            </a:r>
            <a:pPr indent="0" marL="0">
              <a:buNone/>
            </a:pPr>
            <a:r>
              <a:rPr lang="en-US" sz="1100" b="1" i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GUARDADOR DE REBANHOS</a:t>
            </a:r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IX (INÍCIO)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 um guardador de rebanhos.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rebanho é os meus pensamentos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os meus pensamentos são todos sensações.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Penso com os olhos e com os ouvidos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com as mãos e os pés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com o nariz e a boca.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Caeiro,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Caeiro, o mestre dos heterónimos, diz que pensar é estar doente dos olhos: o que vale é ver as coisas como são, sem lhes pôr ideias em cima.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poemas II e IX de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Guardador de Rebanhos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poesia é feita de sensações: olhar, ouvir, sentir com o corpo, sem metafísica.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E, no entanto, Caeiro argumenta ao longo do poema inteiro: a recusa de pensar é ela própria uma ideia.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pedrohfernandes-klk.github.io/​pt/​m7/​licao-m7-f04/​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NO CADERNO, 13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sem pensar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83794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148840"/>
            <a:ext cx="981425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Planeia uma série de três fotografias «à maneira de Caeiro», no caminho para a escola: o que fotografas e que verso serve de legenda a cada uma. Regra: nenhuma legenda pode explicar a imagem.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Caeiro compara o olhar a um girassol e a crença no Mundo a um malmequer: ver é bastar-se com o que existe.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IX, o rebanho que guarda são os pensamentos, e esses pensamentos «são todos sensações»: pensa-se com os olhos, as mãos, o nariz.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 a tese «Pensar é estar doente dos olhos» é defendida com argumentos, e argumentar é pensar: é essa a contradição que o debate explora.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M7-F04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«À beira do rio»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07 · M7-F04 · Pensar é estar doente dos olhos</dc:title>
  <dc:subject>PptxGenJS Presentation</dc:subject>
  <dc:creator>EPI · Português</dc:creator>
  <cp:lastModifiedBy>EPI · Português</cp:lastModifiedBy>
  <cp:revision>1</cp:revision>
  <dcterms:created xsi:type="dcterms:W3CDTF">2026-10-11T04:01:32Z</dcterms:created>
  <dcterms:modified xsi:type="dcterms:W3CDTF">2026-10-11T04:01:32Z</dcterms:modified>
  <dc:description/>
</cp:coreProperties>
</file>