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3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M7-F23, O pouco que duramos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3.º ANO, MÓDULO 7, LIÇÃO M7-F23, UNIDADE 3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pouco que duramos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Há rosas que nascem de manhã e morrem à noite. Para elas, a luz é eterna. Reis propõe a Lídia que vivam os dois assim.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horacio-gravura-173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Horácio, gravura no frontispício das Oeuvres (1735, Rijksmuseum). CC0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M7-F23, O pouco que duramos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não pede nada é livre, ou desistiu?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M7-F23, O pouco que duramos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horacio-gravura-1735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RICARDO REIS, «AS ROSAS AMO DOS JARDINS DE ADÓNIS»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5044288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rosas amo dos jardins de Adónis,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Essas volucres amo, Lídia, rosas,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em o dia em que nascem,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esse dia morrem.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luz para elas é eterna, porque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Nascem nascido já o Sol, e acabam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Antes que Apolo deixe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seu curso visível.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324448" y="1005840"/>
            <a:ext cx="5044288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Assim façamos nossa vida um dia,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Inscientes, Lídia, voluntariamente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há noite antes e após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pouco que duramos.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Ricardo Reis (11-7-1914),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Odes de Ricardo Reis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Ática, 1946, 1.ª publ.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Athena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n.º 1, Lisboa, outubro de 1924, Arquivo Pessoa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M7-F23, O pouco que duramos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63347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«As rosas amo dos jardins de Adónis», as rosas que duram um só dia são o modelo da vida que Reis propõe a Lídia.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822960" y="34198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419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429000"/>
            <a:ext cx="9174175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Epicurismo: a tranquilidade com prazeres simples, sem excessos, sem temer a morte; estoicismo: dominar as paixões e aceitar a ordem do mundo.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822960" y="47365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736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745736"/>
            <a:ext cx="9174175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consciência da morte não leva ao desespero: leva a viver com medida.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M7-F23, O pouco que duramos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3058275"/>
                <a:gridCol w="3058275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ESTROFE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DIZ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PALAVRA OU EXPRESSÃO-CHAVE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M7-F23, O pouco que duramos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Ode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poema de tom elevado, em estrofes regulares; Reis segue o modelo do poeta latino Horácio.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Epicurismo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procurar a tranquilidade com prazeres simples, sem excessos, e sem temer a morte.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Estoicismo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dominar as paixões e aceitar a ordem do mundo, incluindo a morte.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Carpe diem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expressão latina que manda aproveitar o dia de hoje. Na lição «À beira do rio» viste esta maneira de viver; aqui dás-lhe nome.</a:t>
            </a:r>
            <a:endParaRPr lang="en-US" sz="2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Fonte: Wikipédia, «Ricardo Reis».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M7-F23, O pouco que duramos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extra: «À beira do rio»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7-f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pedrohfernandes-klk.github.io/​pt/​m7/​licao-m7-f23/​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M7-F23, O pouco que duramos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7-f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pedrohfernandes-klk.github.io/​pt/​m7/​licao-m7-f23/​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M7-F23, O pouco que duramos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10667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rosas de Adónis nascem e morrem no mesmo dia e, por isso, para elas a luz «é eterna»: nunca conhecem a noite.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298602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2986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299516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proposta «façamos nossa vida um dia, / Inscientes, Lídia, voluntariamente» só é possível para quem sabe «Que há noite antes e após»: uma inconsciência encenada.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2097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2097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218940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ode do rio, a vida passa e não volta; nesta, dura um dia: as duas dizem que a vida é breve e pedem a Lídia que a aceite com calma, sem paixões que perturbem.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M7-F23, O pouco que duramos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M7-F23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«Como se soubesse a verdade»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7-f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M7 · Sessão 09 · M7-F23 · O pouco que duramos</dc:title>
  <dc:subject>PptxGenJS Presentation</dc:subject>
  <dc:creator>EPI · Português</dc:creator>
  <cp:lastModifiedBy>EPI · Português</cp:lastModifiedBy>
  <cp:revision>1</cp:revision>
  <dcterms:created xsi:type="dcterms:W3CDTF">2026-10-11T04:01:32Z</dcterms:created>
  <dcterms:modified xsi:type="dcterms:W3CDTF">2026-10-11T04:01:32Z</dcterms:modified>
  <dc:description/>
</cp:coreProperties>
</file>