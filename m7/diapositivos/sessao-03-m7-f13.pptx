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1.jpg" ContentType="image/jpg"/>
  <Override PartName="/ppt/media/image-3-1.jpg" ContentType="image/jpg"/>
  <Override PartName="/ppt/media/image-4-1.jpg" ContentType="image/jpg"/>
  <Override PartName="/ppt/media/image-5-1.jpg" ContentType="image/jpg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M7-F13, Ela canta, pobre ceifeira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22960" y="45720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PORTUGUÊS, 3.º ANO, MÓDULO 7, LIÇÃO M7-F13, UNIDADE 1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" y="685800"/>
            <a:ext cx="5212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0" dirty="0"/>
          </a:p>
        </p:txBody>
      </p:sp>
      <p:sp>
        <p:nvSpPr>
          <p:cNvPr id="8" name="Text 5"/>
          <p:cNvSpPr/>
          <p:nvPr/>
        </p:nvSpPr>
        <p:spPr>
          <a:xfrm>
            <a:off x="822960" y="269748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 canta, pobre ceifeira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40690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6089904"/>
            <a:ext cx="182880" cy="182880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52144" y="6089904"/>
            <a:ext cx="182880" cy="182880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481328" y="6089904"/>
            <a:ext cx="182880" cy="182880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874520" y="60624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lê, faz, leva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22960" y="4297680"/>
            <a:ext cx="5212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Uma mulher ceifa e canta. Quem a ouve queria ser ela, mas sem deixar de saber quem é.</a:t>
            </a:r>
            <a:endParaRPr lang="en-US" sz="2000" dirty="0"/>
          </a:p>
        </p:txBody>
      </p:sp>
      <p:pic>
        <p:nvPicPr>
          <p:cNvPr id="15" name="Image 0" descr="/home/user/epi-portugues-fontes/_interno/biblioteca-imagens/fontes/orpheu-2-1915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13855" y="914400"/>
            <a:ext cx="4754880" cy="45720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613855" y="914400"/>
            <a:ext cx="4754880" cy="4572000"/>
          </a:xfrm>
          <a:prstGeom prst="rect">
            <a:avLst/>
          </a:prstGeom>
          <a:ln w="12700">
            <a:solidFill>
              <a:srgbClr val="F2F0E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613855" y="5577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Revista Orpheu, n.º 2 (1915), capa. Domínio público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M7-F13, Ela canta, pobre ceifeira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ABRIR, CINCO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Quem é mais feliz: quem pensa ou quem não pensa?</a:t>
            </a:r>
            <a:endParaRPr lang="en-US" sz="4600" dirty="0"/>
          </a:p>
        </p:txBody>
      </p:sp>
      <p:sp>
        <p:nvSpPr>
          <p:cNvPr id="9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M7-F13, Ela canta, pobre ceifeira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pic>
        <p:nvPicPr>
          <p:cNvPr id="6" name="Image 0" descr="/home/user/epi-portugues-fontes/_interno/biblioteca-imagens/fontes/orpheu-2-1915.jp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LER: FERNANDO PESSOA, «ELA CANTA, POBRE CEIFEIRA» (1 DE 3)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22960" y="1005840"/>
            <a:ext cx="981425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Ela canta, pobre ceifeira,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Julgando-se feliz talvez;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Canta, e ceifa, e a sua voz, cheia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alegre e anónima viuvez,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Ondula como um canto de ave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ar limpo como um limiar,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há curvas no enredo suave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som que ela tem a cantar.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822960" y="603504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Fernando Pessoa, Poesias, Ática, 1942, Arquivo Pessoa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M7-F13, Ela canta, pobre ceifeira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pic>
        <p:nvPicPr>
          <p:cNvPr id="6" name="Image 0" descr="/home/user/epi-portugues-fontes/_interno/biblioteca-imagens/fontes/orpheu-2-1915.jp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LER: FERNANDO PESSOA, «ELA CANTA, POBRE CEIFEIRA» (2 DE 3)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22960" y="1005840"/>
            <a:ext cx="981425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Ouvi-la alegra e entristece,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 sua voz há o campo e a lida,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canta como se tivesse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Mais razões para cantar que a vida.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Ah, canta, canta sem razão!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em mim sente está pensando.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Derrama no meu coração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tua incerta voz ondeando!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822960" y="603504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Fernando Pessoa, Poesias, Ática, 1942, Arquivo Pessoa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M7-F13, Ela canta, pobre ceifeira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pic>
        <p:nvPicPr>
          <p:cNvPr id="6" name="Image 0" descr="/home/user/epi-portugues-fontes/_interno/biblioteca-imagens/fontes/orpheu-2-1915.jp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LER: FERNANDO PESSOA, «ELA CANTA, POBRE CEIFEIRA» (3 DE 3)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22960" y="1005840"/>
            <a:ext cx="981425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Ah, poder ser tu, sendo eu!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Ter a tua alegre inconsciência,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a consciência disso! Ó céu!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Ó campo! Ó canção! A ciência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Pesa tanto e a vida é tão breve!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Entrai por mim dentro! Tornai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Minha alma a vossa sombra leve!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Depois, levando-me, passai!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822960" y="603504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Fernando Pessoa, Poesias, Ática, 1942, Arquivo Pessoa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M7-F13, Ela canta, pobre ceifeira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ESSENCIAL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coisas 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633472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mulher ceifa e canta, «julgando-se feliz talvez»; quem a ouve queria ser ela sem deixar de ser quem é.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822960" y="341985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4198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429000"/>
            <a:ext cx="9174175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a dor de pensar: a consciência impede a alegria simples; o poeta quer «a tua alegre inconsciência, e a consciência disso».</a:t>
            </a:r>
            <a:endParaRPr lang="en-US" sz="2400" dirty="0"/>
          </a:p>
        </p:txBody>
      </p:sp>
      <p:sp>
        <p:nvSpPr>
          <p:cNvPr id="17" name="Shape 14"/>
          <p:cNvSpPr/>
          <p:nvPr/>
        </p:nvSpPr>
        <p:spPr>
          <a:xfrm>
            <a:off x="822960" y="473659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7365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745736"/>
            <a:ext cx="9174175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Ouvi-la «alegra e entristece»: o poema vive dessa contradição.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M7-F13, Ela canta, pobre ceifeira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VER, E COMPLETAR NO CADERNO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Completa no caderno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057400"/>
          <a:ext cx="10545775" cy="914400"/>
        </p:xfrm>
        <a:graphic>
          <a:graphicData uri="http://schemas.openxmlformats.org/drawingml/2006/table">
            <a:tbl>
              <a:tblPr/>
              <a:tblGrid>
                <a:gridCol w="4429226"/>
                <a:gridCol w="3058275"/>
                <a:gridCol w="3058275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VERSO(S)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RECURSO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EFEITO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«Ondula como um canto de ave»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«Ouvi-la alegra e entristece»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«Ó céu! / Ó campo! Ó canção!»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«E canta como se tivesse / Mais razões para cantar que a vida»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M7-F13, Ela canta, pobre ceifeira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Começar pelo problema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2011680"/>
            <a:ext cx="981425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Alguém trabalha e canta, parece feliz. Tu observas e pensas. Podes ter a alegria dela sem deixares de pensar? Escreve a tua resposta numa frase, no caderno; volta a ela no fim da aula.</a:t>
            </a:r>
            <a:endParaRPr lang="en-US" sz="2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M7-F13, Ela canta, pobre ceifeira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 NO TELEMÓVEL, QUINZE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 a lição no telemóvel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 e responde aos cartões, um de cada vez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fim, o cartão extra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percurso marca a lição como feita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7-f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pedrohfernandes-klk.github.io/​pt/​m7/​licao-m7-f13/​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M7-F13, Ela canta, pobre ceifeira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PAUSA: CARTÕES NO TELEMÓVEL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minutos, com placar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lição, toca em «Sala» e escreve o código do ecrã e uma alcunha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 os cartões que o ecrã indica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acabares, olha para o placar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7-f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pedrohfernandes-klk.github.io/​pt/​m7/​licao-m7-f13/​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M7-F13, Ela canta, pobre ceifeira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106676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poema parte da descrição do canto e vira, na 4.ª estrofe, para a reação do sujeito: «Ah, canta, canta sem razão!».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2689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268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36036"/>
            <a:ext cx="91741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Comparação, antítese, apóstrofe e exclamação servem o mesmo conflito: ouvir a ceifeira «alegra e entristece».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20979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2097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218940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dor de pensar está no paradoxo de querer «a tua alegre inconsciência, / E a consciência disso!»: ter consciência de não pensar já é pensar.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M7-F13, Ela canta, pobre ceifeira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À PRÓXIMA AULA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telemóvel ou no PC da escola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765808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 o baralho da lição M7-F13 e o cartão extra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Espreita a lição seguinte, «Não sei se é sonho, se realidade»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18896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188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198112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sair: foto do caderno para o portefólio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passo-m7-f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pedrohfernandes-klk.github.io/​pt/​m7/​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M7 · Sessão 03 · M7-F13 · Ela canta, pobre ceifeira</dc:title>
  <dc:subject>PptxGenJS Presentation</dc:subject>
  <dc:creator>EPI · Português</dc:creator>
  <cp:lastModifiedBy>EPI · Português</cp:lastModifiedBy>
  <cp:revision>1</cp:revision>
  <dcterms:created xsi:type="dcterms:W3CDTF">2026-10-10T20:31:14Z</dcterms:created>
  <dcterms:modified xsi:type="dcterms:W3CDTF">2026-10-10T20:31:14Z</dcterms:modified>
  <dc:description/>
</cp:coreProperties>
</file>