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media/image-5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M7-F13, Ela canta, pobre ceifeira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7, LIÇÃO M7-F13,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Ela canta, pobre ceifeira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Uma mulher ceifa e canta. Quem a ouve queria ser ela, mas sem deixar de saber quem é.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orpheu-2-1915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Revista Orpheu, n.º 2 (1915), capa.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M7-F13, Ela canta, pobre ceifeira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Quem é mais feliz: quem pensa ou quem não pensa?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M7-F13, Ela canta, pobre ceifeira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orpheu-2-1915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FERNANDO PESSOA, «ELA CANTA, POBRE CEIFEIRA» (1 DE 3)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Ela canta, pobre ceifeira,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Julgando-se feliz talvez;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Canta, e ceifa, e a sua voz, cheia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alegre e anónima viuvez,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Ondula como um canto de ave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ar limpo como um limiar,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há curvas no enredo suave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 som que ela tem a cantar.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Fernando Pessoa, Poesias, Ática, 1942,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M7-F13, Ela canta, pobre ceifeira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orpheu-2-1915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FERNANDO PESSOA, «ELA CANTA, POBRE CEIFEIRA» (2 DE 3)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Ouvi-la alegra e entristece,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 sua voz há o campo e a lida,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canta como se tivesse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Mais razões para cantar que a vida.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Ah, canta, canta sem razão!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em mim sente está pensando.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Derrama no meu coração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tua incerta voz ondeando!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Fernando Pessoa, Poesias, Ática, 1942,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M7-F13, Ela canta, pobre ceifeira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orpheu-2-1915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FERNANDO PESSOA, «ELA CANTA, POBRE CEIFEIRA» (3 DE 3)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Ah, poder ser tu, sendo eu!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Ter a tua alegre inconsciência,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a consciência disso! Ó céu!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Ó campo! Ó canção! A ciência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Pesa tanto e a vida é tão breve!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Entrai por mim dentro! Tornai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Minha alma a vossa sombra leve!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Depois, levando-me, passai!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Fernando Pessoa, Poesias, Ática, 1942,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M7-F13, Ela canta, pobre ceifeira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63347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mulher ceifa e canta, «julgando-se feliz talvez»; quem a ouve queria ser ela sem deixar de ser quem é.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822960" y="34198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419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429000"/>
            <a:ext cx="9174175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a dor de pensar: a consciência impede a alegria simples; o poeta quer «a tua alegre inconsciência, e a consciência disso».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822960" y="47365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736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745736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Ouvi-la «alegra e entristece»: o poema vive dessa contradição.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M7-F13, Ela canta, pobre ceifeira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VERSO(S)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RECURSO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EFEITO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«Ondula como um canto de ave»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«Ouvi-la alegra e entristece»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«Ó céu! / Ó campo! Ó canção!»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«E canta como se tivesse / Mais razões para cantar que a vida»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M7-F13, Ela canta, pobre ceifeira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Começar pelo problema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Alguém trabalha e canta, parece feliz. Tu observas e pensas. Podes ter a alegria dela sem deixares de pensar? Escreve a tua resposta numa frase, no caderno; volta a ela no fim da aula.</a:t>
            </a:r>
            <a:endParaRPr lang="en-US" sz="2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M7-F13, Ela canta, pobre ceifeira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pedrohfernandes-klk.github.io/​pt/​m7/​licao-m7-f13/​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M7-F13, Ela canta, pobre ceifeira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pedrohfernandes-klk.github.io/​pt/​m7/​licao-m7-f13/​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M7-F13, Ela canta, pobre ceifeira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10667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poema parte da descrição do canto e vira, na 4.ª estrofe, para a reação do sujeito: «Ah, canta, canta sem razão!».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Comparação, antítese, apóstrofe e exclamação servem o mesmo conflito: ouvir a ceifeira «alegra e entristece».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2097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2097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218940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dor de pensar está no paradoxo de querer «a tua alegre inconsciência, / E a consciência disso!»: ter consciência de não pensar já é pensar.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M7-F13, Ela canta, pobre ceifeira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M7-F13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«Chuva Oblíqua»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7-f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M7 · Sessão 03 · M7-F13 · Ela canta, pobre ceifeira</dc:title>
  <dc:subject>PptxGenJS Presentation</dc:subject>
  <dc:creator>EPI · Português</dc:creator>
  <cp:lastModifiedBy>EPI · Português</cp:lastModifiedBy>
  <cp:revision>1</cp:revision>
  <dcterms:created xsi:type="dcterms:W3CDTF">2026-10-11T02:05:57Z</dcterms:created>
  <dcterms:modified xsi:type="dcterms:W3CDTF">2026-10-11T02:05:57Z</dcterms:modified>
  <dc:description/>
</cp:coreProperties>
</file>