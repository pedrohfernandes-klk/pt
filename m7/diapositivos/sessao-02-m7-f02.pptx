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poeta é um fingidor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poeta finge a dor que sente de verdade. E tu, que lês, acabas a sentir uma terceira dor, que não é nenhuma das duas dele.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pessoa-1929-cop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em 1929 (fotografia, autor não identificado).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Fingir é mentir?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29-cop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«AUTOPSICOGRAFIA»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poeta é um fingidor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 tão completamente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chega a fingir que é dor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dor que deveras sente.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que lêem o que escreve,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dor lida sentem bem,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as duas que ele teve,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só a que eles não têm.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assim nas calhas de roda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Gira, a entreter a razão,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 comboio de corda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 chama coração.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1.ª publ.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n.º 36, Coimbra, novembro de 1932,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Poesias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1942, Arquivo Pessoa, grafia da edição («lêem»)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essoa-1929-cop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«ISTO» (ÚLTIMA ESTROFE)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isso escrevo em meio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que não está ao pé,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Livre do meu enleio,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Sério do que não é.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Sentir? Sinta quem lê!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1.ª publ.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n.º 38, Coimbra, abril de 1933,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«Autopsicografia» o poeta é um fingidor: transforma a dor que sente numa dor pensada, e os leitores sentem uma terceira, que não é nenhuma das duas.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«Isto» responde a quem diz que ele finge: escreve «livre do meu enleio», e o sentir fica para quem lê.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Fingir, aqui, não é mentir: é transformar a emoção numa coisa feita, com forma, para os outros.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pedrohfernandes-klk.github.io/​pt/​m7/​licao-m7-f02/​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pedrohfernandes-klk.github.io/​pt/​m7/​licao-m7-f02/​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«Autopsicografia» conta três dores: a que o poeta «deveras sente», a que finge ao escrever e a que o leitor lê, que não é nenhuma das duas.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«comboio de corda» é o coração a girar «a entreter a razão»: a emoção serve o pensamento, e o poema é uma coisa feita.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«Sentir? Sinta quem lê!», em «Isto», leva a mesma ideia ao fim: fingir não é mentir, é dar forma ao que se sente para os outros.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M7-F02, O poeta é um fingidor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«Ela canta, pobre ceifeira»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02 · M7-F02 · O poeta é um fingidor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