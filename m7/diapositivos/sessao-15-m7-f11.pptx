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M7-F11, UNIDADE 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Quantas vozes cabem num homem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ortónimo, os três heterónimos e a </a:t>
            </a:r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Mensagem</a:t>
            </a:r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tudo numa só lição. No fim tens de escolher a voz que te diz mais.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adamastor-carlos-rei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Aparição do Adamastor (Carlos Reis, antes de 1940).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voz de Pessoa confundes com outra?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adamastor-carlos-reis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RICARDO REIS, «SEGUE O TEU DESTINO»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serenamente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Imita o Olimpo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teu coração.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deuses são deuses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não se pensam.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Reis (1-7-1916), Arquivo Pessoa (estrofe final)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da prova, revês numa só lição o ortónimo, os três heterónimos e a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8602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86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9516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Lembra-te de quem assina cada poema: Pessoa finge e pensa demais; Caeiro vê sem pensar; Reis aceita e pede pouco; Campos quer sentir tudo e cansa-se.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gramática: formação de palavras, funções sintáticas, articulação entre orações. Nos recursos: anáfora, antítese, apóstrofe, onomatopeia.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«O poeta é um fingidor»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pedrohfernandes-klk.github.io/​pt/​m7/​licao-m7-f11/​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pedrohfernandes-klk.github.io/​pt/​m7/​licao-m7-f11/​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ATLAS LUSÓFONO (OPCIONAL)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Almada Negreiros, Portugal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5740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Almada Negreiros, companheiro de Pessoa no 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Orpheu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pinta o retrato de Fernando Pessoa em 1954 para o restaurante Irmãos Unidos e volta a pintá-lo, em espelho, em 1964.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«Os deuses são deuses / Porque não se pensam»: Reis aconselha a serenidade do Olimpo, com uma oração causal a dar a razão.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Caeiro e Reis recusam o pensamento por motivos diferentes: um para sentir a natureza, o outro para aceitar o destino sem perturbação.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da prova, liga cada verso à sua voz: o ortónimo que finge, Caeiro que vê, Reis que aceita, Campos que se cansa, e a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espera.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«FINGIR»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que o teu projeto do Dia Pessoa finge, e que verdade diz?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M7-F11, Quantas vozes cabem num homem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M7-F11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 desafio da unidade 5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15 · M7-F11 · Quantas vozes cabem num homem</dc:title>
  <dc:subject>PptxGenJS Presentation</dc:subject>
  <dc:creator>EPI · Português</dc:creator>
  <cp:lastModifiedBy>EPI · Português</cp:lastModifiedBy>
  <cp:revision>1</cp:revision>
  <dcterms:created xsi:type="dcterms:W3CDTF">2026-10-11T06:20:58Z</dcterms:created>
  <dcterms:modified xsi:type="dcterms:W3CDTF">2026-10-11T06:20:58Z</dcterms:modified>
  <dc:description/>
</cp:coreProperties>
</file>