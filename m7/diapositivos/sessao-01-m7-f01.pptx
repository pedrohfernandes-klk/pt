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M7-F01,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Quantos somos?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Pessoa inventou três poetas, deu-lhes data de nascimento, profissão e até uma morte. Depois escreveu como se fosse cada um deles.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(fotografia, 1914).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«FINGIR»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Quando é que fingiste para dizer uma verdade?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inventasses um poeta, que vida lhe darias?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Ortónimo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Fernando Pessoa quando assina com o próprio nome.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Heterónimo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um poeta que Pessoa inventou, com nome, vida e estilo próprios, diferente do dele. Os três mais conhecidos são Alberto Caeiro, Ricardo Reis e Álvaro de Campos.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Ortónimo é Fernando Pessoa quando assina com o próprio nome; heterónimo é um poeta que ele inventou, com nome, vida e estilo próprios: Caeiro, Reis, Campos.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carta a Adolfo Casais Monteiro (13 de janeiro de 1935), Pessoa conta a génese dos heterónimos e o «dia triunfal» de 8 de março de 1914.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Caeiro nasceu em Lisboa em 1889 e morreu em 1915; Reis nasceu no Porto em 1887 e vive no Brasil; Campos nasceu em Tavira em 1890 e é engenheiro naval.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só a coluna da biografia, com a carta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3691021"/>
                <a:gridCol w="2284918"/>
                <a:gridCol w="2284918"/>
                <a:gridCol w="2284918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BIOGRAFIA (CARTA)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MARCA DA POESIA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LIGAÇÃO PLAUSÍVEL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Caeiro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Campos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Pessoa conta em 1935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Numa carta a Adolfo Casais Monteiro (13 de janeiro de 1935), Pessoa explica a origem dos heterónimos: diz que lhes construiu «as idades e as vidas».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Alberto Caeiro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nasceu em Lisboa em 1889 e morreu em 1915; viveu quase sempre no campo, sem profissão e quase sem educação.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Ricardo Reis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nasceu no Porto em 1887, é médico, latinista por educação, e vive no Brasil desde 1919, por ser monárquico.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Álvaro de Campos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nasceu em Tavira a 15 de outubro de 1890; fez o liceu e foi estudar engenharia para a Escócia: é engenheiro naval, formado em Glasgow.</a:t>
            </a:r>
            <a:endParaRPr lang="en-US" sz="20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«dia triunfal» foi a 8 de março de 1914: Pessoa conta que escreveu «trinta e tantos poemas a fio», a começar pelo título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Guardador de Rebanhos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faz cada exercício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cartão tem um «?» no topo: abre um vídeo curto que mostra como se responde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página «Como se faz» estão todos os vídeos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do primeiro cartão antes de começares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como-se-f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pedrohfernandes-klk.github.io/​pt/​como/​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«Pessoa, 1914»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pedrohfernandes-klk.github.io/​pt/​m7/​licao-m7-f01/​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pedrohfernandes-klk.github.io/​pt/​m7/​licao-m7-f01/​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carta a Adolfo Casais Monteiro, Pessoa diz que construiu aos heterónimos «as idades e as vidas»: por isso cada biografia é um facto sobre a ficção.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Caeiro no campo, Reis médico e latinista no Brasil, Campos engenheiro naval por Glasgow: a vida de cada um prepara o estilo que vais ler.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Distinguir facto, facto sobre a ficção, interpretação e opinião é a primeira ferramenta do módulo.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M7-F01, Quantos somos?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 poeta é um fingidor»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01 · M7-F01 · Quantos somos?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