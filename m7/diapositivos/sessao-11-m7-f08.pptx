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M7-F08, UNIDADE 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Deus quer, o homem sonha, a obra nasce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poema faz dos Descobrimentos um plano de Deus. O poema seguinte conta quantas mães choraram por causa disso.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mensagem-193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Mensagem, 1.ª edição (1934).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quem, ou pelo quê, ainda esperamos?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mensagem-1934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«O INFANTE»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Deus quer, o homem sonha, a obra nasce.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Deus quis que a terra fosse toda uma,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o mar unisse, já não separasse.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Sagrou-te, e foste desvendando a espuma.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a orla branca foi de ilha em continente,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Clareou, correndo, até ao fim do mundo,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viu-se a terra inteira, de repente,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Surgir, redonda, do azul profundo.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Mensagem, II. Mar Português, I,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mensagem-1934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«O INFANTE»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te sagrou criou-te português.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mar e nós em ti nos deu sinal.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Cumpriu-se o Mar, e o Império se desfez.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Senhor, falta cumprir-se Portugal!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Mensagem, II. Mar Português, I,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mensagem-1934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«MAR PORTUGUÊS»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Ó mar salgado, quanto do teu sal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São lágrimas de Portugal!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te cruzarmos, quantas mães choraram,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Quantos filhos em vão rezaram!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Quantas noivas ficaram por casar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que fosses nosso, ó mar!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Mensagem, II. Mar Português, X,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mensagem-1934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«MAR PORTUGUÊS»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Valeu a pena? Tudo vale a pena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a alma não é pequena.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quer passar além do Bojador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 que passar além da dor.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Deus ao mar o perigo e o abismo deu,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nele é que espelhou o céu.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Mensagem, II. Mar Português, X,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26161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(1934) reúne 44 poemas em três partes: Brasão, Mar Português e O Encoberto.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048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048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057144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 Infante» faz dos Descobrimentos um plano de Deus («Deus quer, o homem sonha, a obra nasce»); «Mar Português» conta o preço: quantas mães choraram.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36473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364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373880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Distinguir mito e história é a chave: o herói é símbolo, não biografia.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livro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Mensagem abre com a epígrafe latina «Benedictus Dominus Deus noster qui dedit nobis signum» («Bendito o Senhor nosso Deus, que nos deu o sinal», tradução nossa). Gil Eanes dobrou o cabo Bojador, na costa africana, pela primeira vez em 1434.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«Ó mar salgado»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pedrohfernandes-klk.github.io/​pt/​m7/​licao-m7-f08/​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pedrohfernandes-klk.github.io/​pt/​m7/​licao-m7-f08/​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 Infante» lê os Descobrimentos como gradação de três passos, «Deus quer, o homem sonha, a obra nasce», e acaba num pedido: «Senhor, falta cumprir-se Portugal!».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«Mar Português» conta o preço com apóstrofe e anáfora: mães, filhos, noivas; e responde com uma condição, «Se a alma não é pequena».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 Eanes passou o Bojador em 1434 (facto); no poema o cabo é medida da dor (mito): não confundir os dois.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M7-F08, Deus quer, o homem sonha, a obra nasce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M7-F08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«É a hora!»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11 · M7-F08 · Deus quer, o homem sonha, a obra nasce</dc:title>
  <dc:subject>PptxGenJS Presentation</dc:subject>
  <dc:creator>EPI · Português</dc:creator>
  <cp:lastModifiedBy>EPI · Português</cp:lastModifiedBy>
  <cp:revision>1</cp:revision>
  <dcterms:created xsi:type="dcterms:W3CDTF">2026-10-10T20:31:14Z</dcterms:created>
  <dcterms:modified xsi:type="dcterms:W3CDTF">2026-10-10T20:31:14Z</dcterms:modified>
  <dc:description/>
</cp:coreProperties>
</file>