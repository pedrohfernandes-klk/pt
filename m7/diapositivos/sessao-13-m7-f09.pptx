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M7-F09, É a hora!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M7-F09, UNIDADE 5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hora!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rei desapareceu numa batalha no Norte de África e um país inteiro ficou à espera dele durante séculos. Pessoa acha que ainda vale a pena esperar.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d-sebastiao-cristovao-de-morai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Sebastião (Cristóvão de Morais, c. 1571-1574, MNAA).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M7-F09, É a hora!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quem, ou pelo quê, ainda esperamos?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M7-F09, É a hora!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d-sebastiao-cristovao-de-morais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«D. SEBASTIÃO, REI DE PORTUGAL»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Louco, sim, louco, porque quis grandeza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 a Sorte a não dá.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coube em mim minha certeza;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isso onde o areal está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Ficou meu ser que houve, não o que há.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(20-2-1933),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M7-F09, É a hora!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d-sebastiao-cristovao-de-morais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«D. SEBASTIÃO, REI DE PORTUGAL»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Minha loucura, outros que me a tomem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 o que nela ia.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 a loucura que é o homem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Mais que a besta sadia,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Cadáver adiado que procria?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(20-2-1933),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M7-F09, É a hora!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d-sebastiao-cristovao-de-morais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«NEVOEIRO»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Nem rei nem lei, nem paz nem guerra,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com perfil e ser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Este fulgor baço da terra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é Portugal a entristecer —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Brilho sem luz e sem arder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o que o fogo-fátuo encerra.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Ninguém sabe que coisa quer.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Ninguém conhece que alma tem,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Nem o que é mal nem o que é bem.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(Que ânsia distante perto chora?)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Tudo é incerto e derradeiro.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Tudo é disperso, nada é inteiro.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Ó Portugal, hoje és nevoeiro...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 a hora!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Valete, Fratres.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III. «O Encoberto» (10-12-1928),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M7-F09, É a hora!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Sebastião desapareceu em Alcácer Quibir a 4 de agosto de 1578; como o corpo não foi reconhecido por todos, nasceu a crença de que havia de voltar: o sebastianismo.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«D. Sebastião» e em «Nevoeiro», Pessoa faz do rei desaparecido o símbolo do que falta cumprir-se em Portugal: «É a hora!».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mesma espera aparece em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 Luís de Sousa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que leste no 2.º ano: lá era tragédia, aqui é mito.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M7-F09, É a hora!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batalha de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Alcácer Quibir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onde D. Sebastião desapareceu, foi no Norte de África. Em </a:t>
            </a:r>
            <a:pPr indent="0" marL="0">
              <a:lnSpc>
                <a:spcPct val="120000"/>
              </a:lnSpc>
              <a:buNone/>
            </a:pPr>
            <a:r>
              <a:rPr lang="en-US" sz="23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Frei Luís de Sousa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que leste no 2.º ano, é dessa batalha que regressa D. João de Portugal.</a:t>
            </a:r>
            <a:endParaRPr lang="en-US" sz="2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M7-F09, É a hora!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«O país à espera»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pedrohfernandes-klk.github.io/​pt/​m7/​licao-m7-f09/​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M7-F09, É a hora!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pedrohfernandes-klk.github.io/​pt/​m7/​licao-m7-f09/​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M7-F09, É a hora!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«D. Sebastião», o rei fala na 1.ª pessoa e faz da loucura a grandeza que distingue o homem do «cadáver adiado que procria».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«Nevoeiro» descreve Portugal «hoje» como «fulgor baço» e «fogo-fátuo», um país sem definição, e fecha com «É a hora!».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desaparecimento em Alcácer Quibir (1578) dá tragédia em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 Luís de Sousa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mito em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um regresso que destrói e um que se espera.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M7-F09, É a hora!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M7-F09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«Defender o projeto»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13 · M7-F09 · É a hora!</dc:title>
  <dc:subject>PptxGenJS Presentation</dc:subject>
  <dc:creator>EPI · Português</dc:creator>
  <cp:lastModifiedBy>EPI · Português</cp:lastModifiedBy>
  <cp:revision>1</cp:revision>
  <dcterms:created xsi:type="dcterms:W3CDTF">2026-10-11T03:02:54Z</dcterms:created>
  <dcterms:modified xsi:type="dcterms:W3CDTF">2026-10-11T03:02:54Z</dcterms:modified>
  <dc:description/>
</cp:coreProperties>
</file>