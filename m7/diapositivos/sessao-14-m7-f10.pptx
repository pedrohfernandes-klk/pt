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M7-F10,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Defender o projeto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objeto está feito. Falta a parte difícil: explicar em três minutos porque é que ele é assim e não de outra maneira.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infante-painel-sao-vicen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 identificada como o Infante D. Henrique, Painéis de São Vicente (Nuno Gonçalves, século XV).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é a pergunta mais difícil que te podem fazer sobre o teu projeto?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entrega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Hoje fechas a entrega: documentas o processo no caderno, escreves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 descritiva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 preparas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defesa oral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(três minutos e perguntas). Cada verso usado leva a referência do Arquivo Pessoa.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do Dia Pessoa vale 25 % do módulo: um objeto (vídeo, som, cartaz,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instalação) a partir de textos de Pessoa lidos no módulo.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Entregam-se três coisas: o objeto, a memória descritiva (150 a 200 palavras) e a defesa oral de três minutos.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conta: três propostas antes da escolha e três mudanças, cada uma com a sua razão. Faz-se na oficina, com o Guia da tarefa.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 três momentos em que mudaste de ideia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PASSOU A SER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PORQUÊ (CRITÉRIO)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Registaste três momentos em que mudaste de ideia, cada um com a data, o que era, o que passou a ser e o critério.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memória segue cinco pontos, da intenção ao que ainda não resolveste, e cada decisão leva um «porque».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68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68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78072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 defesa, escreveste as duas perguntas mais difíceis que te podem fazer e as respostas, com referência ao texto e ao processo; o ensaio faz-se com cronómetro.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«Quantas vozes cabem num homem»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14 · M7-F10 · Defender o projeto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