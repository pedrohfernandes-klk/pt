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M7-F11,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vozes cabem num homem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ortónimo, os três heterónimos e a Mensagem, tudo numa só lição. No fim tens de escolher a voz que te diz mais.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adamastor-carlos-re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Aparição do Adamastor (Carlos Reis, antes de 1940).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voz de Pessoa confundes com outra?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damastor-carlos-re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RICARDO REIS, «SEGUE O TEU DESTINO»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serenamente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 o Olimpo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teu coração.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deuses são deuses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não se pensam.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(1-7-1916), Arquivo Pessoa (estrofe final)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revês numa só lição o ortónimo, os três heterónimos e a Mensagem.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Lembra-te de quem assina cada poema: Pessoa finge e pensa demais; Caeiro vê sem pensar; Reis aceita e pede pouco; Campos quer sentir tudo e cansa-se.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gramática: formação de palavras, funções sintáticas, articulação entre orações. Nos recursos: anáfora, antítese, apóstrofe, onomatopeia.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poeta é um fingidor»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pedrohfernandes-klk.github.io/​pt/​m7/​licao-m7-f11/​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pedrohfernandes-klk.github.io/​pt/​m7/​licao-m7-f11/​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«Os deuses são deuses / Porque não se pensam»: Reis aconselha a serenidade do Olimpo, com uma oração causal a dar a razão.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e Reis recusam o pensamento por motivos diferentes: um para sentir a natureza, o outro para aceitar o destino sem perturbação.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liga cada verso à sua voz: o ortónimo que finge, Caeiro que vê, Reis que aceita, Campos que se cansa, e a Mensagem que espera.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«FINGIR»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o teu projeto do Dia Pessoa finge, e que verdade diz?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5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14 · M7-F11 · Quantas vozes cabem num homem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