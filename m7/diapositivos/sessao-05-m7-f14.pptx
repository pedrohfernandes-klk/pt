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3-1.jpg" ContentType="image/jpg"/>
  <Override PartName="/ppt/media/image-4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7, LIÇÃO M7-F14,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«Não sei se é sonho, se realidade»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Há uma ilha no extremo sul onde a vida é jovem e o amor sorri. O poema vai lá, olha bem, e volta para trás.</a:t>
            </a:r>
            <a:endParaRPr lang="en-US" sz="2000" dirty="0"/>
          </a:p>
        </p:txBody>
      </p:sp>
      <p:pic>
        <p:nvPicPr>
          <p:cNvPr id="15" name="Image 0" descr="/home/user/epi-portugues-fontes/_interno/biblioteca-imagens/fontes/brasileira-chiad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A Brasileira, Chiado (fotografia de dirk.olbertz, 2010). CC BY 2.0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felicidade está num lugar ou dentro de nós?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brasileira-chiad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«NÃO SEI SE É SONHO, SE REALIDADE» (1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98142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sei se é sonho, se realidade,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uma mistura de sonho e vida,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Aquela terra de suavidade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na ilha extrema do sul se olvida.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que ansiamos. Ali, ali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vida é jovem e o amor sorri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Talvez palmares inexistentes,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Áleas longínquas sem poder ser,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Sombra ou sossego dêem aos crentes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que essa terra se pode ter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Felizes, nós? Ali, talvez, talvez,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Naquela terra, daquela vez,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(20-8-1933),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Poesias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/home/user/epi-portugues-fontes/_interno/biblioteca-imagens/fontes/brasileira-chiado.jp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LER: FERNANDO PESSOA, «NÃO SEI SE É SONHO, SE REALIDADE» (2 DE 2)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22960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Mas já sonhada se desvirtua,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Só de pensá-la cansou pensar;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 os palmares, à luz da lua,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Sente-se o frio de haver luar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Ah, nesta terra também, também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mal não cessa, não dura o bem.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6324448" y="1005840"/>
            <a:ext cx="5044288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com ilhas do fim do mundo,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com palmares de sonho ou não,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cura a alma seu mal profundo,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o bem nos entra no coração.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em nós que é tudo. É ali, ali,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a vida é jovem e o amor sorri.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822960" y="603504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Fernando Pessoa (20-8-1933), </a:t>
            </a:r>
            <a:pPr indent="0" marL="0">
              <a:buNone/>
            </a:pPr>
            <a:r>
              <a:rPr lang="en-US" sz="12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Poesias</a:t>
            </a:r>
            <a:pPr indent="0" marL="0">
              <a:buNone/>
            </a:pPr>
            <a:r>
              <a:rPr lang="en-US" sz="12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Ática, 1942, Arquivo Pessoa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261616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uma ilha no extremo sul onde «a vida é jovem e o amor sorri»; o poema vai até lá, olha bem e regressa.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22960" y="34198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429000"/>
            <a:ext cx="9174175" cy="944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Basta pensar na ilha para o encanto se desfazer: «nesta terra também, também o mal não cessa».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22960" y="436473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3647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373880"/>
            <a:ext cx="9174175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conclusão é «É em nós que é tudo»: o bem não está num lugar, está dentro de cada um. Vais defender ou atacar esta tese.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3058275"/>
                <a:gridCol w="3058275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ESTROFE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AFIRMA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PALAVRA OU EXPRESSÃO-CHAVE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«A ilha do sul»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pedrohfernandes-klk.github.io/​pt/​m7/​licao-m7-f14/​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pedrohfernandes-klk.github.io/​pt/​m7/​licao-m7-f14/​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poema faz um raciocínio em quatro estrofes: a terra ideal («Ali, ali»), a dúvida («talvez, talvez»), o sonho que se gasta ao ser pensado e a conclusão «É em nós que é tudo».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verso repetido «a vida é jovem e o amor sorri» muda de lugar: a ilha extrema do sul passa a ser o interior do sujeito.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dor de pensar volta no «frio de haver luar»: basta pensar o sonho para o desfazer.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M7-F14, «Não sei se é sonho, se realidade»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M7-F14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«A infância que não tive»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7-f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pedrohfernandes-klk.github.io/​pt/​m7/​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M7 · Sessão 05 · M7-F14 · «Não sei se é sonho, se realidade»</dc:title>
  <dc:subject>PptxGenJS Presentation</dc:subject>
  <dc:creator>EPI · Português</dc:creator>
  <cp:lastModifiedBy>EPI · Português</cp:lastModifiedBy>
  <cp:revision>1</cp:revision>
  <dcterms:created xsi:type="dcterms:W3CDTF">2026-10-11T06:20:58Z</dcterms:created>
  <dcterms:modified xsi:type="dcterms:W3CDTF">2026-10-11T06:20:58Z</dcterms:modified>
  <dc:description/>
</cp:coreProperties>
</file>