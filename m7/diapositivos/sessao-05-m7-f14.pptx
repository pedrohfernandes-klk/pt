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sei se é sonho, se realidade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uma ilha no extremo sul onde a vida é jovem e o amor sorri. O poema vai lá, olha bem, e volta para trás.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A Brasileira, Chiado (fotografia de dirk.olbertz, 2010). CC BY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felicidade está num lugar ou dentro de nós?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«NÃO SEI SE É SONHO, SE REALIDADE»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sei se é sonho, se realidade,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uma mistura de sonho e vida,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Aquela terra de suavidade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na ilha extrema do sul se olvida.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a que ansiamos. Ali, ali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vida é jovem e o amor sorri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Talvez palmares inexistentes,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Áleas longínquas sem poder ser,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Sombra ou sossego dêem aos crentes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 essa terra se pode ter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Felizes, nós? Ali, talvez, talvez,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Naquela terra, daquela vez,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(20-8-1933),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«NÃO SEI SE É SONHO, SE REALIDADE»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já sonhada se desvirtua,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Só de pensá-la cansou pensar;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Sob os palmares, à luz da lua,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Sente-se o frio de haver luar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nesta terra também, também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mal não cessa, não dura o bem.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com ilhas do fim do mundo,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com palmares de sonho ou não,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cura a alma seu mal profundo,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bem nos entra no coração.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em nós que é tudo. É ali, ali,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vida é jovem e o amor sorri.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(20-8-1933),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uma ilha no extremo sul onde «a vida é jovem e o amor sorri»; o poema vai até lá, olha bem e regressa.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Basta pensar na ilha para o encanto se desfazer: «nesta terra também, também o mal não cessa».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é «É em nós que é tudo»: o bem não está num lugar, está dentro de cada um. Vais defender ou atacar esta tese.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AFIRMA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OU EXPRESSÃO-CHAVE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 ilha do sul»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faz um raciocínio em quatro estrofes: a terra ideal («Ali, ali»), a dúvida («talvez, talvez»), o sonho que se gasta ao ser pensado e a conclusão «É em nós que é tudo».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verso repetido «a vida é jovem e o amor sorri» muda de lugar: a ilha extrema do sul passa a ser o interior do sujeito.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volta no «frio de haver luar»: basta pensar o sonho para o desfazer.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Não sei se é sonho, se realidade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infância que não tive»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05 · M7-F14 · Não sei se é sonho, se realidade</dc:title>
  <dc:subject>PptxGenJS Presentation</dc:subject>
  <dc:creator>EPI · Português</dc:creator>
  <cp:lastModifiedBy>EPI · Português</cp:lastModifiedBy>
  <cp:revision>1</cp:revision>
  <dcterms:created xsi:type="dcterms:W3CDTF">2026-10-11T00:24:32Z</dcterms:created>
  <dcterms:modified xsi:type="dcterms:W3CDTF">2026-10-11T00:24:32Z</dcterms:modified>
  <dc:description/>
</cp:coreProperties>
</file>