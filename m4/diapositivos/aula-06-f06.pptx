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1: PREGAR AOS PEIXES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é fazer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Reconhecer o que faz uma frase a quem a ouve (afirmar, mandar, exprimir, prometer, declarar) e escolher, com um critério, a versão de «Olhai, peixes» com mais efeito.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licao-m4-f06/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é fazer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o que faz uma frase a quem a ouve (afirmar, mandar, exprimir, prometer, declarar) e escolher, com um critério, a versão de «Olhai, peixes» com mais efeito.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decisão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linhas: qual das três versões de «Olhai, peixes» tem mais efeito, com o critério e o ato de cada uma.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Gravura a cores de um peixe-voador sobre o mar, de barbatanas abertas como asas; em baixo, aves pousadas numa rocha e outras a vo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38130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0055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&amp; Ginter,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Peixe-voador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cromolitografia, 1889, The Met.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é fazer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Repara nas barbatanas deste peixe e nas aves, em baixo. No sermão, Vieira pergunta: «Dizei-me, voadores, não vos fez Deus peixes?»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frase só diz, ou também faz alguma coisa a quem a ouve?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AS TRÊS FRASES FAZEM O MESMO?,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Estudem para o teste de sexta!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»«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teste é na sexta.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»«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pena o teste ser na sexta!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»Três frases ditas na sala. Caso imaginário, na escola.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AS TRÊS FRASES FAZEM O MESMO?,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três frases fazem a mesma coisa?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Sim, falam do mesmo teste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AS TRÊS FRASES FAZEM O MESMO?,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«Estudem…!» manda: depois de a ouvir, a turma tem de fazer alguma coisa. É um ato diretivo.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AS TRÊS FRASES FAZEM O MESMO?,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outras não mandam ninguém. «O teste é na sexta» afirma, e pode ser verdadeira ou falsa: é assertivo. «Que pena…!» mostra o que sente quem fala: é expressivo.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AS TRÊS FRASES FAZEM O MESMO?,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DE FALA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faz ao dizer uma frase: afirmar, mandar, prometer, exprimir, declarar.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AS TRÊS FRASES FAZEM O MESMO?,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tipo de frase. «Dizei-me, voadores, não vos fez Deus peixes?» tem forma de pergunta e não pede resposta: repreende-os, para que mudem. É diretiva.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AS TRÊS FRASES FAZEM O MESMO?,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sempre: o que fez esta frase a quem a ouviu?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Frases do sermão: o que faz cada uma a quem a ouve?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«para a cidade é que haveis de olhar»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«Olhai, peixes, lá do mar para a terra.»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«os grandes comem os pequenos»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«Oh que boa doutrina era esta para a terra, se eu não pregara para o mar!»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exprime: expressivo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afirma: assertivo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manda: diretivo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«Olhai, peixes, lá do mar para a terra.» → manda: diretivo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«os grandes comem os pequenos» → afirma: assertivo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«Oh que boa doutrina era esta para a terra, se eu não pregara para o mar!» → exprime: expressivo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«para a cidade é que haveis de olhar» → manda: diretivo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«Olhai» manda no imperativo, e «haveis de olhar» manda o mesmo sem ele. «Os grandes comem os pequenos» afirma: pode ser verdadeira ou falsa. «Oh…!» mostra o que sente Vieira: exprime.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mãe diz «Já são onze horas» ao filho, que está ao computador. O que faz a frase?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Manda-o desligar o computador, sem o dizer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Informa-o das horas, que ele não sabia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espanto da mãe com a hora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Manda-o desligar o computador, sem o dizer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forma, a frase afirma as horas; no ato, manda desligar: é diretiva. Como na pergunta aos voadores, a forma da frase não decide o que ela faz.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DEVER?,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fim da aula, a Rita diz ao Tiago: «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Amanhã trago-te o livro.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»Ou é o Tiago que diz à Rita: «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Amanhã traz-me o livro.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»Caso imaginário, na escola.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DEVER?,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duas frases, quem vai trazer o livro?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 Rita, nas duas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Uma vez a Rita, outra o Tiago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DEVER?,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primeira, quem fala é quem vai fazer: a Rita fica obrigada pela própria palavra.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DEVER?,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segunda, a ação é a mesma, mas é o Tiago que põe a obrigação na Rita: manda, não promete. É um ato diretivo.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DEVER?,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COMPROMISSIVO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ato em que quem fala se obriga a fazer alguma coisa: prometer, garantir, jurar.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DEVER?,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uma previsão. «Amanhã chove» também fala do futuro, mas ninguém fica obrigado a nada.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DEVER?,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da frase, quem fica a dever? Eu: compromissivo. Tu: diretivo.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de cada frase, quem fica obrigado a fazer alguma coisa?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«Passo-te os apontamentos logo à noite.»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teste de amanhã vai ser difícil.»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«Juro que amanhã chego a horas.»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«Entrega o trabalho até sexta.»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ninguém: assertivo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ouve: diretivo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fala: compromissivo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«Juro que amanhã chego a horas.» → quem fala: compromissivo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«Entrega o trabalho até sexta.» → quem ouve: diretivo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teste de amanhã vai ser difícil.» → ninguém: assertivo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«Passo-te os apontamentos logo à noite.» → quem fala: compromissivo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«Juro» e «passo-te» obrigam quem fala: são compromissivos. «Entrega» obriga quem ouve: diretivo. A frase do teste fala do futuro, mas não obriga ninguém: é uma previsão, assertiva.</a:t>
            </a:r>
            <a:endParaRPr lang="en-US" sz="2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BASTA DIZER PARA SER?,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Contados os votos, a diretora de turma diz: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Declaro eleita delegada de turma a Marta.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»Na véspera, no corredor, um colega tinha-lhe dito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mesmas palavras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 brincar.Caso imaginário, na escola.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BASTA DIZER PARA SER?,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passa a Marta a ser delegada?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Com o colega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Com a diretora de turma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Das duas vezes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BASTA DIZER PARA SER?,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Dita pela diretora de turma, contados os votos, a frase faz da Marta delegada nesse instante.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BASTA DIZER PARA SER?,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Dita pelo colega, na véspera, a frase não muda nada. As mesmas palavras só mudam a realidade ditas por quem pode, no momento certo.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BASTA DIZER PARA SER?,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ato em que quem tem autoridade muda a realidade no momento em que diz a frase.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BASTA DIZER PARA SER?,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mesmo que frase declarativa. «A Marta é a delegada» e «Declaro eleita a Marta» são frases declarativas; só a segunda faz dela delegada.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BASTA DIZER PARA SER?,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de dita, a realidade mudou? E quem a disse podia?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Torneio da escola: o árbitro diz «Penálti!»; na bancada, um adepto grita o mesmo. Qual faz haver penálti?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 árbitro, que tem autoridade para o marcar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duas, porque as palavras são as mesmas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 adepto, se a falta foi mesmo na área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 árbitro, que tem autoridade para o marcar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Dita pelo árbitro, a palavra faz o penálti existir: é um ato declarativo. Gritada pelo adepto, é um pedido ou um protesto, e não muda nada.</a:t>
            </a:r>
            <a:endParaRPr lang="en-US" sz="2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destas frases é um ato declarativo, e não só uma frase declarativa?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«Abram a porta aos pais», dita pela diretora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«Está aberta a reunião de pais», dita pela diretora ao começar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«Prometo ir à reunião», dita por um pai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«Está aberta a reunião de pais», dita pela diretora ao começar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«Está aberta a reunião», dita pela diretora ao começar, abre-a nesse momento: muda a realidade. «É às seis» tem a mesma forma, frase declarativa, mas o ato é assertivo: só afirma.</a:t>
            </a:r>
            <a:endParaRPr lang="en-US" sz="2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teres silêncio: mandas, descreves ou desabafas?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docente ainda não chegou e há muito barulho na sala. Queres silêncio e tens três frases à mão: «Silêncio!», «Está muito barulho.» ou «Quem me dera um pouco de silêncio!».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pede silêncio?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manda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«Silêncio!» não deixa dúvidas: quem ouve sabe o que tem de fazer, e já. É o que Vieira faz com os peixes, no imperativo: «Olhai, peixes, lá do mar para a terra».Vieira, no cap. IV.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descreve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«Está muito barulho» não manda ninguém, e por isso ninguém se sente mandado: cada um percebe sozinho o que tem de fazer. Vieira faz algo parecido: em vez de mandar os homens mudar, descreve a cidade aos peixes: «Muito maior matadouro é o de cá, muito mais se comem os brancos».Vieira, no cap. IV.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de quem desabafa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colegas, ninguém te deu autoridade para mandar: «Silêncio!» aos gritos é mais barulho. Quem desabafa não manda ninguém e não dá motivo para resistir: a turma ouve o teu cansaço. Vieira também exclama, em vez de mandar: «Oh que boa doutrina era esta para a terra, se eu não pregara para o mar!»Vieira, perto do fim do sermão.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«Dizei-me, voadores, não vos fez Deus peixes?»: Vieira espera mesmo uma resposta?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teres silêncio na sala: mandas, descreves ou desabafas?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«Oh que boa doutrina era esta para a terra, se eu não pregara para o mar!»: Vieira está só a lamentar-se?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das três versões tem mais efeito em quem ouve: «Olhai, peixes», «Os peixes olham para a terra» ou «Quem me dera que os peixes olhassem para a terra!»? Responde em cinco a sete linhas, com o teu critério e o ato de fala de cada versão.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801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o critério numa frase: o que conta, para ti, como «ter mais efeito».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219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19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29100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o ato de fala certo a cada versão.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7251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251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34306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o mesmo critério às três versões.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230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com o critério; vale qualquer versão, se a razão for a do critério.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Dizer é fazer: pergunta sempre o que a frase fez a quem a ouviu.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6: Dizer é fazer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4 cartões de pergunta e 1 de leitura. Lamento ou acusação («Oh que boa doutrina…», com a frase seguinte do sermão), a carta de D. João em </a:t>
            </a:r>
            <a:pPr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como ato compromissivo, e a modalidade (o cartão do caso ao termo, «Podes sair» e «Pode chover», «Grande escândalo é este»). No fim, o cartão extra «Dizer é fazer» (m4/gram-atos-fala), do princípio ao fim.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6: Dizer é fazer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