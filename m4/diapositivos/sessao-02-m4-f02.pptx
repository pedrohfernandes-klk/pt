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sal e a terra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«Ou o sal não salga, ou a terra não se deixa salgar.» Vieira abre o sermão com um dilema de duas portas — e fecha as outras todas.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ieira-retra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 (retrato, início do séc. XVIII).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 a pena dizer a verdade a quem não a quer ouvir?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vieira-retra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CAP. I: O EXÓRDIO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Vós, diz Cristo Senhor nosso, falando com os pregadores, sois o sal da terra: e chama-lhes sal da terra, porque quer que façam na terra o que faz o sal. O efeito do sal é impedir a corrupção, mas quando a terra se vê tão corrupta como está a nossa, havendo tantos nela que têm ofício de sal, qual será, ou qual pode ser a causa desta corrupção?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 é porque o sal não salga, ou porque a terra se não deixa salgar. Ou é porque o sal não salga, e os pregadores não pregam a verdadeira doutrina; ou porque a terra se não deixa salgar, e os ouvintes, sendo verdadeira a doutrina que lhes dão, a não querem receber.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ortografia atualizada, cap. I. Tema: «Vos estis sal terrae» («Vós sois o sal da terra», Mateus 5, 13).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vieira-retra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CAP. I: O EXÓRDIO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Deixa as praças, vai-se às praias; deixa a terra, e vai-se ao mar, e começa a dizer a altas vozes: «Já que me não querem ouvir os homens, ouçam-me os peixes.»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ortografia atualizada, cap. I. Tema: «Vos estis sal terrae» («Vós sois o sal da terra», Mateus 5, 13).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 predicável é a frase da Bíblia que serve de tema: «Vós sois o sal da terra», dita por Cristo aos pregadores.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abre com um dilema de duas portas: ou o sal não salga, ou a terra não se deixa salgar; e vai fechando as outras saídas.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exórdio apresenta o tema e a questão; é aqui que o sermão decide a quem vai falar e porquê.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pedrohfernandes-klk.github.io/​pt/​m4/​licao-m4-f02/​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exórdio, Vieira parte de «Vós sois o sal da terra» e pergunta qual é a causa de tanta corrupção, havendo tantos com ofício de sal.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frase paralela «Ou é porque… ou porque…» parece não deixar terceira porta, mas o raciocínio esconde outras: a doutrina pode ser boa e mal comunicada.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este raciocínio que o leva a deixar as praças pelas praias e a dizer aos peixes o que os homens não querem ouvir.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«Os grandes comem os pequenos»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02 · M4-F02 · O sal e a terra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