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-1-1.jpg" ContentType="image/jpg"/>
  <Override PartName="/ppt/media/image-3-1.jpg" ContentType="image/jpg"/>
  <Override PartName="/ppt/media/image-4-1.jpg" ContentType="image/jpg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M4-F02, O sal e a terra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822960" y="45720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PORTUGUÊS, 2.º ANO, MÓDULO 4, LIÇÃO M4-F02, UNIDADE 1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777240" y="685800"/>
            <a:ext cx="5212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0" dirty="0"/>
          </a:p>
        </p:txBody>
      </p:sp>
      <p:sp>
        <p:nvSpPr>
          <p:cNvPr id="8" name="Text 5"/>
          <p:cNvSpPr/>
          <p:nvPr/>
        </p:nvSpPr>
        <p:spPr>
          <a:xfrm>
            <a:off x="822960" y="2697480"/>
            <a:ext cx="5212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4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sal e a terra</a:t>
            </a:r>
            <a:endParaRPr lang="en-US" sz="4000" dirty="0"/>
          </a:p>
        </p:txBody>
      </p:sp>
      <p:sp>
        <p:nvSpPr>
          <p:cNvPr id="9" name="Shape 6"/>
          <p:cNvSpPr/>
          <p:nvPr/>
        </p:nvSpPr>
        <p:spPr>
          <a:xfrm>
            <a:off x="822960" y="40690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22960" y="6089904"/>
            <a:ext cx="182880" cy="182880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152144" y="6089904"/>
            <a:ext cx="182880" cy="182880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481328" y="6089904"/>
            <a:ext cx="182880" cy="182880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874520" y="606247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lê, faz, leva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822960" y="4297680"/>
            <a:ext cx="52120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8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«Ou o sal não salga, ou a terra não se deixa salgar.» Vieira abre o sermão com um dilema de duas portas — e fecha as outras todas.</a:t>
            </a:r>
            <a:endParaRPr lang="en-US" sz="1800" dirty="0"/>
          </a:p>
        </p:txBody>
      </p:sp>
      <p:pic>
        <p:nvPicPr>
          <p:cNvPr id="15" name="Image 0" descr="/home/user/epi-portugues-fontes/_interno/biblioteca-imagens/fontes/vieira-retrato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613855" y="914400"/>
            <a:ext cx="4754880" cy="4572000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6613855" y="914400"/>
            <a:ext cx="4754880" cy="4572000"/>
          </a:xfrm>
          <a:prstGeom prst="rect">
            <a:avLst/>
          </a:prstGeom>
          <a:ln w="12700">
            <a:solidFill>
              <a:srgbClr val="F2F0EA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6613855" y="55778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Padre António Vieira (retrato, início do séc. XVIII). Domínio público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M4-F02, O sal e a terra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ABRIR, CINCO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1097280"/>
            <a:ext cx="981425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46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Vale a pena dizer a verdade a quem não a quer ouvir?</a:t>
            </a:r>
            <a:endParaRPr lang="en-US" sz="4600" dirty="0"/>
          </a:p>
        </p:txBody>
      </p:sp>
      <p:sp>
        <p:nvSpPr>
          <p:cNvPr id="9" name="Shape 6"/>
          <p:cNvSpPr/>
          <p:nvPr/>
        </p:nvSpPr>
        <p:spPr>
          <a:xfrm>
            <a:off x="822960" y="45262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M4-F02, O sal e a terra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pic>
        <p:nvPicPr>
          <p:cNvPr id="6" name="Image 0" descr="/home/user/epi-portugues-fontes/_interno/biblioteca-imagens/fontes/vieira-retrato.jpg">    </p:cNvPr>
          <p:cNvPicPr>
            <a:picLocks noChangeAspect="1"/>
          </p:cNvPicPr>
          <p:nvPr/>
        </p:nvPicPr>
        <p:blipFill>
          <a:blip r:embed="rId1">
            <a:alphaModFix amt="8000"/>
          </a:blip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LER: CAP. I: O EXÓRDIO (1 DE 2)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822960" y="1005840"/>
            <a:ext cx="9814255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Vós, diz Cristo Senhor nosso, falando com os pregadores, sois o sal da terra: e chama-lhes sal da terra, porque quer que façam na terra o que faz o sal. O efeito do sal é impedir a corrupção, mas quando a terra se vê tão corrupta como está a nossa, havendo tantos nela que têm ofício de sal, qual será, ou qual pode ser a causa desta corrupção?</a:t>
            </a:r>
            <a:endParaRPr lang="en-US" sz="2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Ou é porque o sal não salga, ou porque a terra se não deixa salgar. Ou é porque o sal não salga, e os pregadores não pregam a verdadeira doutrina; ou porque a terra se não deixa salgar, e os ouvintes, sendo verdadeira a doutrina que lhes dão, a não querem receber.</a:t>
            </a:r>
            <a:endParaRPr lang="en-US" sz="2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[…]</a:t>
            </a:r>
            <a:endParaRPr lang="en-US" sz="2200" dirty="0"/>
          </a:p>
        </p:txBody>
      </p:sp>
      <p:sp>
        <p:nvSpPr>
          <p:cNvPr id="10" name="Text 6"/>
          <p:cNvSpPr/>
          <p:nvPr/>
        </p:nvSpPr>
        <p:spPr>
          <a:xfrm>
            <a:off x="822960" y="603504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Padre António Vieira, Sermão de Santo António (1654), ortografia atualizada, cap. I. Tema: «Vos estis sal terrae» («Vós sois o sal da terra», Mateus 5, 13).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M4-F02, O sal e a terra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pic>
        <p:nvPicPr>
          <p:cNvPr id="6" name="Image 0" descr="/home/user/epi-portugues-fontes/_interno/biblioteca-imagens/fontes/vieira-retrato.jpg">    </p:cNvPr>
          <p:cNvPicPr>
            <a:picLocks noChangeAspect="1"/>
          </p:cNvPicPr>
          <p:nvPr/>
        </p:nvPicPr>
        <p:blipFill>
          <a:blip r:embed="rId1">
            <a:alphaModFix amt="8000"/>
          </a:blip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LER: CAP. I: O EXÓRDIO (2 DE 2)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822960" y="1005840"/>
            <a:ext cx="9814255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Deixa as praças, vai-se às praias; deixa a terra, e vai-se ao mar, e começa a dizer a altas vozes: «Já que me não querem ouvir os homens, ouçam-me os peixes.»</a:t>
            </a:r>
            <a:endParaRPr lang="en-US" sz="2600" dirty="0"/>
          </a:p>
        </p:txBody>
      </p:sp>
      <p:sp>
        <p:nvSpPr>
          <p:cNvPr id="10" name="Text 6"/>
          <p:cNvSpPr/>
          <p:nvPr/>
        </p:nvSpPr>
        <p:spPr>
          <a:xfrm>
            <a:off x="822960" y="603504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Padre António Vieira, Sermão de Santo António (1654), ortografia atualizada, cap. I. Tema: «Vos estis sal terrae» («Vós sois o sal da terra», Mateus 5, 13).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M4-F02, O sal e a terra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ESSENCIAL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coisas 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633472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conceito predicável é a frase da Bíblia que serve de tema: «Vós sois o sal da terra», dita por Cristo aos pregadores.</a:t>
            </a:r>
            <a:endParaRPr lang="en-US" sz="2400" dirty="0"/>
          </a:p>
        </p:txBody>
      </p:sp>
      <p:sp>
        <p:nvSpPr>
          <p:cNvPr id="14" name="Shape 11"/>
          <p:cNvSpPr/>
          <p:nvPr/>
        </p:nvSpPr>
        <p:spPr>
          <a:xfrm>
            <a:off x="822960" y="3419856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41985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429000"/>
            <a:ext cx="9174175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Vieira abre com um dilema de duas portas: ou o sal não salga, ou a terra não se deixa salgar; e vai fechando as outras saídas.</a:t>
            </a:r>
            <a:endParaRPr lang="en-US" sz="2400" dirty="0"/>
          </a:p>
        </p:txBody>
      </p:sp>
      <p:sp>
        <p:nvSpPr>
          <p:cNvPr id="17" name="Shape 14"/>
          <p:cNvSpPr/>
          <p:nvPr/>
        </p:nvSpPr>
        <p:spPr>
          <a:xfrm>
            <a:off x="822960" y="473659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7365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745736"/>
            <a:ext cx="9174175" cy="944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exórdio apresenta o tema e a questão; é aqui que o sermão decide a quem vai falar e porquê.</a:t>
            </a:r>
            <a:endParaRPr lang="en-US" sz="2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M4-F02, O sal e a terra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AGORA NO TELEMÓVEL, QUINZE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 a lição no telemóvel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424940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 e responde aos cartões, um de cada vez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fim, o cartão extra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38481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8481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3857244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percurso marca a lição como feita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licao-m4-f0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pedrohfernandes-klk.github.io/​pt/​m4/​licao-m4-f02/​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M4-F02, O sal e a terra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PAUSA: CARTÕES NO TELEMÓVEL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minutos, com placar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424940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lição, toca em «Sala» e escreve o código do ecrã e uma alcunha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Faz os cartões que o ecrã indica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38481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8481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3857244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Quando acabares, olha para o placar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licao-m4-f0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pedrohfernandes-klk.github.io/​pt/​m4/​licao-m4-f02/​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M4-F02, O sal e a terra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SÍNTESE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447544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exórdio, Vieira parte de «Vós sois o sal da terra» e pergunta qual é a causa de tanta corrupção, havendo tantos com ofício de sal.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2689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268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36036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frase paralela «Ou é porque… ou porque…» parece não deixar terceira porta, mas o raciocínio esconde outras: a doutrina pode ser boa e mal comunicada.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5506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5506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559808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 este raciocínio que o leva a deixar as praças pelas praias e a dizer aos peixes o que os homens não querem ouvir.</a:t>
            </a:r>
            <a:endParaRPr lang="en-US" sz="2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M4-F02, O sal e a terra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ATÉ À PRÓXIMA AULA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telemóvel ou no PC da escola</a:t>
            </a:r>
            <a:endParaRPr lang="en-US" sz="30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765808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 o baralho da lição M4-F02 e o cartão extra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Espreita a lição seguinte, «Os grandes comem os pequenos»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188968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1889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198112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de sair: foto do caderno para o portefólio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passo-m4-f0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pedrohfernandes-klk.github.io/​pt/​m4/​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M4 · Sessão 02 · M4-F02 · O sal e a terra</dc:title>
  <dc:subject>PptxGenJS Presentation</dc:subject>
  <dc:creator>EPI · Português</dc:creator>
  <cp:lastModifiedBy>EPI · Português</cp:lastModifiedBy>
  <cp:revision>1</cp:revision>
  <dcterms:created xsi:type="dcterms:W3CDTF">2026-10-10T20:31:13Z</dcterms:created>
  <dcterms:modified xsi:type="dcterms:W3CDTF">2026-10-10T20:31:13Z</dcterms:modified>
  <dc:description/>
</cp:coreProperties>
</file>