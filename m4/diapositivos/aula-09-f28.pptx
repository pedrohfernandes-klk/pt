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UNIDADE 2: O ROMEIRO DIZ «NINGUÉM»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palco abriu uma pergunta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Separar o que se vê do que se interpreta: no espetáculo, na primeira didascália de Garrett e num quadro.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jdU3MK/qr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pedrohfernandes-klk.github.io/pt/m4/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licao-m4-f28/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palco abriu uma pergunta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o que se vê do que se interpreta: no espetáculo, na primeira didascália de Garrett e num quadro.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os 15 cartões da lição (pensada para 45), três perguntas de conversa, um quadro de Lupi e uma resposta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cinco a sete linhas sobre um quadro de Lupi: dois pormenores que se veem, uma hipótese com «porque», outra leitura possível e uma pergunta para a peça. Sem citações.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DO LU.CA · 5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palco abriu uma pergunta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Já viste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TPC: Frei Luís de Sousaaa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Antes de estudar Garrett, o que ficou contigo?Regista uma imagem, um som ou um gesto que recordes e uma pergunta que te tenha deixado. Podes escrever duas linhas, desenhar ou contar a um colega. Se a memória for incerta, assinala-o; não precisas de inventar.Hoje: recordar → distinguir → ler → experimentar → rever.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minutos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com 15 minutos de criação no caderno ou em apresentação oral.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SITUAR · 8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criações em diálogo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Garrett: texto de partida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49985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70168" y="2103120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Raquel Castro: texto e encenação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70168" y="2651760"/>
            <a:ext cx="49985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095848" y="2103120"/>
            <a:ext cx="0" cy="28346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colega diz: «Já vi TPC, por isso já sei exatamente como Garrett escreveu cada cena.» Como o ajudas a avançar?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962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Concordo: a sinopse garante que todas as falas são iguais às de Garrett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Proponho comparar uma recordação com uma passagem do original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477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77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486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Troco os nomes dos alunos da peça pelos das personagens de Garrett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Proponho comparar uma recordação com uma passagem do original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criação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partir de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outra obra pode selecionar, transformar ou acrescentar. A comparação precisa de uma passagem e de uma observação, não de equivalências automáticas.</a:t>
            </a:r>
            <a:endParaRPr lang="en-US" sz="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ANALISADO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vi / o que proponho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Imagina uma cena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(inventada, não é do espetáculo do LU.CA):Uma intérprete fecha um livro e mantém as mãos imóveis. O silêncio prolonga-se.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Observação: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livro fechado, mãos imóveis, silêncio.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Interpretação possível: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pausa pode sugerir hesitação. Não sabemos apenas por isso o que a intérprete ou a encenadora quis dizer.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Ainda no exemplo inventado, qual é uma interpretação sustentada e prudente?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962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encenadora quis provar que ler faz mal, e a longa pausa demonstra-o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silêncio pode criar hesitação; as mãos imóveis reforçam a leitura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477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77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486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 plateia sentiu exatamente a mesma ansiedade durante a pausa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silêncio pode criar hesitação; as mãos imóveis reforçam a leitura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hipótese liga um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efeito possível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um pormenor observável. Intenções e reações de toda a plateia não se deduzem de uma pausa.</a:t>
            </a:r>
            <a:endParaRPr lang="en-US" sz="2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Distingue a origem de cada informação.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do LU.CA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Observação do exemplo inventado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Interpretação do exemplo inventado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04408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Raquel Castro assina texto e encenação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mãos mantêm-se imóveis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pausa pode sugerir hesitação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do LU.CA → Raquel Castro assina texto e encenação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Observação do exemplo inventado → As mãos mantêm-se imóveis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Interpretação do exemplo inventado → A pausa pode sugerir hesitação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programa permite confirmar créditos; a observação regista o que aparece; a interpretação relaciona sinais e efeitos. Nenhuma destas frases prova, por si só, a intenção de quem criou.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 LEITURA · 7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da primeira fala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Abre o ato I, cena I. A indicação cénica apresenta Madalena antes de ela falar:«MAGDALENA so, sentada junto á banca, os pés sôbre uma grande almofada, um livro aberto no regaço, e as mãos cruzadas sôbre elle, como quem descahiu da leitura na meditação.»Grafia antiga; hoje escrevemos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Madalena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Uma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didascália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indica uma ação, um estado ou condições de cena. Aqui, o livro continua aberto, mas a atenção já se deslocou. Ler a cena e o contexto completo.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detalhe do excerto sustenta melhor a passagem da leitura à meditação?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personagem está sentada sobre uma grande almofada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mãos cruzadas sobre o livro ainda aberto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indicação diz que ela está junto à banca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mãos cruzadas sobre o livro ainda aberto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livro aberto e as mãos cruzadas mostram uma suspensão; a comparação final explicita a passagem à meditação. Estar sentada ou perto da banca não chega para a demonstrar.</a:t>
            </a:r>
            <a:endParaRPr lang="en-US" sz="2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 didascália obriga a que todas as encenações usem exatamente o mesmo ritmo de silêncio.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indicação orienta a leitura e a representação; não fixa a duração da pausa. Uma encenação faz escolhas que podem ser discutidas à luz do texto e dos efeitos produzidos.</a:t>
            </a:r>
            <a:endParaRPr lang="en-US" sz="2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NUM EXEMPLO DIFERENTE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escolha, duas leituras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Imagina outra cena: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uma personagem aproxima-se de uma porta, levanta a mão e recua sem bater. Não sabemos o que está do outro lado.Em pares, propõe duas hipóteses diferentes e um sinal que ajudaria a distingui-las. Por exemplo, recuar pode ser medo ou uma decisão de respeitar a privacidade; a situação ainda não permite escolher.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alteração ajudaria a investigar essas duas hipóteses sem impor uma explicação?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581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Acrescentar «é uma cobarde» à descrição da personagem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Observar o olhar e ouvir se há vozes do outro lado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096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Afirmar que todas as pessoas recuam pela mesma razão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Observar o olhar e ouvir se há vozes do outro lado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Novos sinais podem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reforçar ou limitar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uma hipótese. Um rótulo moral fecha a interpretação antes de recolher evidência; um gesto isolado admite leituras diferentes.</a:t>
            </a:r>
            <a:endParaRPr lang="en-US" sz="2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· 15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que recordas ao que consegues mostrar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286000"/>
            <a:ext cx="0" cy="1962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11226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min: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separa um registo observável de uma hipótese.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270357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703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2712720"/>
            <a:ext cx="9174175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min: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comentário de 80 a 120 palavras, três desenhos de cena legendados ou 60 segundos de apresentação oral.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0660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66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07517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min: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troca com um colega e revê um ponto.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colega escreveu «A cena foi intensa porque foi muito emocionante». Que revisão torna o comentário mais útil?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581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Substituir «intensa» por «incrível», que é mais forte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Juntar um gesto ou som concreto e explicar o efeito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096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Contar toda a história antes de voltar a dar a opinião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Juntar um gesto ou som concreto e explicar o efeito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Explicar o efeito pede 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sinal concreto e uma relação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Trocar adjetivos ou repetir a reação não acrescenta evidência. Também podes mostrar o detalhe num desenho e justificar oralmente.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 EM CONJUNTO · 10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hipótese que melhorou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286000"/>
            <a:ext cx="0" cy="2563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11226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Origem: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memória, vídeo, texto ou exemplo inventado?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08457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84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09372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Evidência: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detalhe conseguimos localizar?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6850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69417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Relação: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como sustenta a interpretação? Há uma alternativa?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466648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666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675632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Revisão: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frase, desenho ou gesto ficou mais preciso?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TPC é uma criação «a partir de Garrett», o que se pode e o que não se pode dizer de Garrett depois de o ver?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de Madalena dizer uma palavra, o que já sabemos dela, e o que ainda não sabemos?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3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quadro de Lupi, o braço levantado do homem de barba basta para dizer que ele aponta um retrato?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Olha outra vez o quadro de Lupi, «D. João de Portugal». Em cinco a sete linhas, sem citações: regista dois pormenores que se veem (começa por «Vejo…»); propõe uma hipótese sobre o gesto ou sobre o momento («Isto pode sugerir… porque…»); dá outra leitura possível ou diz o que o quadro não permite saber; acaba com uma pergunta que a leitura da peça possa responder.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801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Regista dois pormenores que estão mesmo no quadro, sem lhes juntar logo uma interpretação.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42199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199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229100"/>
            <a:ext cx="9174175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 a hipótese a um desses pormenores, com «porque».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472516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251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734306"/>
            <a:ext cx="9174175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 outra leitura possível ou diz o que o quadro não permite saber.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2960" y="52303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239512"/>
            <a:ext cx="917417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Acaba com uma pergunta para a leitura da peça e não apresenta a intenção do pintor como um facto.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recordação abre uma pergunta. Uma leitura procura sinais para a testar.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9: O palco abriu uma pergunta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(opcional): ver a entrevista completa a Raquel Castro e trazer para a aula 11 uma razão que ela dê para uma escolha do espetáculo; ler a cena I do ato I até ao fim e ver se responde à pergunta «em que pensa Madalena?».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jdU3MK/qr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4, aula 9: O palco abriu uma pergunta</dc:title>
  <dc:subject>PptxGenJS Presentation</dc:subject>
  <dc:creator>EPI, Português</dc:creator>
  <cp:lastModifiedBy>EPI, Português</cp:lastModifiedBy>
  <cp:revision>1</cp:revision>
  <dcterms:created xsi:type="dcterms:W3CDTF">2026-10-24T00:57:45Z</dcterms:created>
  <dcterms:modified xsi:type="dcterms:W3CDTF">2026-10-24T00:57:45Z</dcterms:modified>
</cp:coreProperties>
</file>