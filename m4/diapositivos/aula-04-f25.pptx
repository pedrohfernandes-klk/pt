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1: PREGAR AOS PEIXES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peixes e os homens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 o que Vieira anuncia, perceber a ironia do louvor aos peixes e passar de cada peixe repreendido ao vício humano, com as palavras do texto.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licao-m4-f25/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peixes e os homens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o que Vieira anuncia, perceber a ironia do louvor aos peixes e passar de cada peixe repreendido ao vício humano, com as palavras do texto.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tabela no caderno, uma decisão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seis a oito linhas: um dos quatro peixes, do traço ao vício humano, com uma citação, o recurso e uma comparação de hoje com limite.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Gravura a cores de um peixe de barbatanas abertas como asas, a voar por cima do mar; em baixo, fora do quadro, aves pousadas numa rocha e outras a vo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38130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80055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 &amp; Ginter,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Peixe-voador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cromolitografia, 1889, The Met.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peixes e os homens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Repara: este peixe abre as barbatanas como asas e voa sobre o mar, por cima das aves. Em São Luís, em 1654, Vieira pergunta a peixes como este porque querem ser aves; quem o ouve são os homens.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passa Vieira de cada peixe a um vício dos homens, sem dizer o nome de ninguém?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Vieira vai pregar aos peixes. Procura o que diz deles como auditório e as duas coisas que as pregações fazem, cada uma com o seu fim.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O QUE O PREGADOR ANUNCIA (1 DE 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 é porque o sal não salga, e os pregadores não pregam a verdadeira doutrina; ou porque a terra se não deixa salgar, e os ouvintes, sendo verdadeira a doutrina que lhes dão, a não querem receber.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Enfim, que havemos de pregar hoje aos peixes? Nunca pior auditório. Ao menos têm os peixes duas boas qualidades de ouvintes: ouvem e não falam.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Uma é louvar o bem, outra repreender o mal: louvar o bem para o conservar e repreender o mal para preservar dele.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caps. I e II,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«louvar o bem para o conservar e repreender o mal para preservar dele.»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Vieira louva os peixes antes de os repreender. Segundo ele, para que serve o louvor?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os guardar do mal, antes que caiam nele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conservar o bem que os peixes já têm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os amaciar antes de lhes dizer os defeitos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conservar o bem que os peixes já têm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metade tem o seu fim: «louvar o bem para o conservar e repreender o mal para preservar dele». O louvor não é um rodeio antes da repreensão: guarda o bem que já existe.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É, AFINAL, O PIOR AUDITÓRIO?,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«Enfim, que havemos de pregar hoje aos peixes?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pior auditório.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Ao menos têm os peixes duas boas qualidades de ouvintes: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ouvem e não falam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.»Vieira,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Sermão de Santo António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II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É, AFINAL, O PIOR AUDITÓRIO?,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Vieira, quem ouve pior: os peixes ou os homens?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Os peixes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Os homens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É, AFINAL, O PIOR AUDITÓRIO?,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letra, os peixes são o pior auditório que um pregador pode ter.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É, AFINAL, O PIOR AUDITÓRIO?,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a seguir, dá-lhes as duas qualidades que faltam aos homens de São Luís: ouvir e calar. Quem ouve percebe a farpa: o pior auditório são eles.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É, AFINAL, O PIOR AUDITÓRIO?,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IRONIA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Dizer o contrário do que se quer dar a entender, deixando que o contexto o mostre.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É, AFINAL, O PIOR AUDITÓRIO?,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mentira. Quem mente quer que acreditem; quem é irónico quer ser apanhado.Não é uma queixa. Sem «ouvem e não falam», «nunca pior auditório» era só uma queixa.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É, AFINAL, O PIOR AUDITÓRIO?,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provar uma ironia, aponta o que se diz e o que mostra o contrário.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da reunião, a delegada escreve: «Nunca pior reunião. Ao menos as cadeiras ouviram caladas.» A quem vai a farpa?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Às cadeiras, que não serviram para nada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Aos colegas, que falaram sem ouvir ninguém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delegada, que não soube conduzir a reunião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Aos colegas, que falaram sem ouvir ninguém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«Ao menos as cadeiras ouviram caladas»: se só as cadeiras ouviram, os colegas não. Como os peixes de Vieira, o elogio a quem não podia falhar é a farpa.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Agora, a outra metade: repreender. Lê cada peixe como alegoria: procura o gesto do animal e as palavras que o provam. Nos pegadores, repara nos dois verbos.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TRÊS PEIXES PELO NOME (2 DE 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possível que, sendo vós uns peixinhos tão pequenos, haveis de ser as roncas do mar?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Pegadores chamam-se estes de que agora falo, e com grande propriedade, porque, sendo pequenos, não só se chegam a outros maiores, mas de tal sorte se lhes pegam aos costados, que nunca os desferram. […] e assim lhes sustenta o peso e mais a fome.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Dizei-me, voadores, não vos fez Deus peixes? Pois porque vos quereis ser aves? […] ao voador mata-o a vaidade de voar, e a sua isca é o vento.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cap. V,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 lhes pegam aos costados, que nunca os desferram.»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um colega trabalha sempre ao lado do melhor do grupo. Chamar-lhe «pegador» serve?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Sim: o pegador é quem se chega aos maiores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se viver à custa dele: estar ao lado não basta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Nunca: Vieira fala de peixes, não de pessoas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se viver à custa dele: estar ao lado não basta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pegador agarra-se ao maior e vive à custa dele, que «lhes sustenta o peso e mais a fome». Trabalhar ao lado de quem sabe mais pode ajudar os dois: sem essa prova, a comparação é só um rótulo.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as três coisas que o polvo parece e o que ele faz quando o outro peixe passa. Qual das duas é o polvo a sério?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O POLVO (3 DE 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polvo, com aquele seu capelo na cabeça, parece um monge; com aqueles seus raios estendidos, parece uma estrela; como não tem osso nem espinha, parece a mesma brandura, a mesma mansidão. […] o outro peixe, inocente da traição, vai passando desacautelado, e o salteador, que está de emboscada dentro do seu próprio engano, lança-lhe os braços de repente, e fá-lo prisioneiro.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cap. V,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vício dos peixes prova cada passagem? Uma delas louva-os.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«parece um monge» e «lança-lhe os braços de repente»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«Pois porque vos quereis ser aves?»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«ouvem e não falam»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«peixinhos tão pequenos», «as roncas do mar»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mais barulho do que se vale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querer ser mais do que se é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trair com cara de bondade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nenhum: é um louvor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«peixinhos tão pequenos», «as roncas do mar» → fazer mais barulho do que se vale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«Pois porque vos quereis ser aves?» → querer ser mais do que se é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«parece um monge» e «lança-lhe os braços de repente» → trair com cara de bondade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«ouvem e não falam» → nenhum: é um louvor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roncadores são pequenos e fazem barulho; o voador quer ser ave, sendo peixe; o polvo parece manso e ataca de emboscada. «Ouvem e não falam» não repreende os peixes: louva-os, e a farpa vai para os homens.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quatro peixes, qual faz mais mal aos outros?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peixes repreendidos, quatro vícios. Mas o mal de cada um cai num sítio diferente.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pior dos quatro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escolhe o polvo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Ataca quem não tem culpa: «o outro peixe, inocente da traição, vai passando desacautelado». E engana com a cara: «parece um monge». De um inimigo à vista, defendemo-nos; deste, não.Citações do cap. V, sobre o polvo.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escolhe os pegadores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mal não acaba: os pegadores «nunca os desferram», e o peixe grande «lhes sustenta o peso e mais a fome». Quem vive à custa de outro tira-lhe força todos os dias, sem nunca o largar.Citações do cap. V, sobre os pegadores.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objeção: o pior não se mede pelo estrago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objeção possível: Vieira não repreende os peixes só pelo mal que fazem aos outros. O voador faz mal apenas a si próprio e é repreendido na mesma: «ao voador mata-o a vaidade de voar». O que se condena é o vício, mesmo sem vítima.Citação do cap. V, sobre os voadores.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Vieira vai repreender os peixes, para que serve louvá-los primeiro?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Chamar «voador» ou «pegador» a alguém de hoje: quando é justo e quando é injusto?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 um dos quatro peixes e explica-o em seis a oito linhas: o traço do peixe, com uma citação entre aspas; o vício dos homens que figura; um recurso de Vieira e o que faz a quem ouve; uma comparação de hoje, com o seu limite.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928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traço do peixe e prova-o com uma citação correta, entre aspas.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9024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0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11600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o peixe ao vício certo: roncadores, barulho sem valor; pegadores, viver à custa dos poderosos; voadores, presunção; polvo, traição com cara mansa.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629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29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639056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Nomeia um recurso do excerto (pergunta retórica, apóstrofe, repetição de «parece», metáfora) e diz o que faz a quem ouve.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357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5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366512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Propõe uma comparação de hoje e diz o seu limite, sem visar pessoas reais.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peixe é um vício dos homens, e as palavras do texto são a prova.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4: Os peixes e os homens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5 cartões de pergunta e 1 de leitura. Quem pode falhar na alegoria do sal (o dilema da aula 2), o elogio aos peixes que é crítica aos homens, ironia, mentira ou à letra em quatro situações do dia a dia, a pergunta retórica (com os voadores), a censura dos roncadores e a pergunta da docente a quem chega tarde.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4: Os peixes e os homens</dc:title>
  <dc:subject>PptxGenJS Presentation</dc:subject>
  <dc:creator>EPI, Português</dc:creator>
  <cp:lastModifiedBy>EPI, Português</cp:lastModifiedBy>
  <cp:revision>1</cp:revision>
  <dcterms:created xsi:type="dcterms:W3CDTF">2026-10-24T00:57:44Z</dcterms:created>
  <dcterms:modified xsi:type="dcterms:W3CDTF">2026-10-24T00:57:44Z</dcterms:modified>
</cp:coreProperties>
</file>