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M4-F09, O nome que se perde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LIÇÃO M4-F09,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 que se perde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Maria, que no ato II condenava quem não diz a verdade toda, pede agora à mãe que minta. Para não ficar sem o nome do pai.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frei-luis-personagens-184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Sousa, lista de personagens da primeira edição (1844).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M4-F09, O nome que se perde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perde quando se perde o nome?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M4-F09, O nome que se perde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frei-luis-personagens-184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ATO III, CENA XI: MARIA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MARIA, separando-se com eles da outra gente, e trazendo-os para a boca da cena — Esperai: aqui não morre ninguém sem mim. Que quereis fazer? Que cerimónias são estas? Que Deus é esse que está nesse altar, e quer roubar o pai e a mãe a sua filha? — (Para os circunstantes) Vós quem sois, espectros fatais?… quereis-mos tirar dos meus braços?… Esta é a minha mãe, este é o meu pai… Que me importa a mim com o outro? Que morresse ou não, que esteja com os mortos ou com os vivos — que se fique na cova ou que ressuscite agora para me matar?… Mate-me, mate-me, se quer, mas deixe-me este pai, esta mãe, que são meus. — Não há mais do que vir ao meio de uma família e dizer: «Vós não sois marido e mulher?… e esta filha do vosso amor, esta filha criada ao colo de tantas meiguices, de tanta ternura, esta filha é…» — Mãe, mãe, eu bem o sabia… nunca to disse, mas sabia-o: tinha-mo dito aquele anjo terrível que me aparecia todas as noites para me não deixar dormir… aquele anjo que descia com uma espada de chamas na mão, e a atravessava entre mim e ti, que me arrancava dos teus braços quando eu adormecia neles… que me fazia chorar quando meu pai ia beijar-me no teu colo. — Mãe, mãe, tu não hás de morrer sem mim… Pai, dá cá um pano da tua mortalha… dá cá, eu quero morrer antes que ele venha: (encolhendo-se no hábito do pai) quero-me esconder aqui, antes que venha esse homem do outro mundo dizer-me na minha cara e na tua — aqui diante de toda esta gente: «Essa filha é a filha do crime e do pecado!…» Não sou; dize, meu pai, não sou… dize a essa gente toda, dize que não sou. (Vai para Madalena) Pobre mãe! tu não podes… coitada!… não tens ânimo… — nunca mentiste?… Pois mente agora para salvar a honra de tua filha, para que lhe não tirem o nome de seu pai.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ortografia atualizada, ato III, cena XI.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M4-F09, O nome que se perde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frei-luis-personagens-184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ATO III, CENA XI: MARIA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 — Misericórdia, meu Deus!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— Não queres? Tu também não, pai? — Não querem. E eu hei de morrer assim… e ele vem aí…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ortografia atualizada, ato III, cena XI.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M4-F09, O nome que se perde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63347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ato III, Maria, que no ato II condenava quem não dizia a verdade toda, pede à mãe que minta, para não ficar sem o nome do pai.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e Madalena vão tomar o hábito; Maria morre: é a catástrofe, o fim de uma tragédia que avançou pelo que se calou.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7365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745736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 que se perde é o tema: a honra, a legitimidade, o que uma pessoa é para os outros.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M4-F09, O nome que se perde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 nome do pai»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pedrohfernandes-klk.github.io/​pt/​m4/​licao-m4-f09/​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M4-F09, O nome que se perde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pedrohfernandes-klk.github.io/​pt/​m4/​licao-m4-f09/​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M4-F09, O nome que se perde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de Madalena há três saídas, mentir, recusar ou calar-se, e cada uma faz dela outra personagem; a didascália mostra a escolha antes da primeira palavra.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interrogações retóricas, o sonho do anjo com a espada de chamas e a frase que teme ouvir dizem a mesma coisa: ela já sabia que ia perder o nome do pai.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Madalena responde «Misericórdia, meu Deus!», ninguém mente, e a tragédia fecha na catástrofe: o hábito para os pais, a morte para a filha.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M4-F09, O nome que se perde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M4-F09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«Trinta dias no abrigo»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4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Sessão 10 · M4-F09 · O nome que se perde</dc:title>
  <dc:subject>PptxGenJS Presentation</dc:subject>
  <dc:creator>EPI · Português</dc:creator>
  <cp:lastModifiedBy>EPI · Português</cp:lastModifiedBy>
  <cp:revision>1</cp:revision>
  <dcterms:created xsi:type="dcterms:W3CDTF">2026-10-11T06:20:57Z</dcterms:created>
  <dcterms:modified xsi:type="dcterms:W3CDTF">2026-10-11T06:20:57Z</dcterms:modified>
  <dc:description/>
</cp:coreProperties>
</file>