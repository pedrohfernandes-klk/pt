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notesMasterIdLst>
    <p:notesMasterId r:id="rId3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notesMaster" Target="notesMasters/notesMaster1.xml"/><Relationship Id="rId37" Type="http://schemas.openxmlformats.org/officeDocument/2006/relationships/presProps" Target="presProps.xml"/><Relationship Id="rId38" Type="http://schemas.openxmlformats.org/officeDocument/2006/relationships/viewProps" Target="viewProps.xml"/><Relationship Id="rId39" Type="http://schemas.openxmlformats.org/officeDocument/2006/relationships/theme" Target="theme/theme1.xml"/><Relationship Id="rId4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1: PREGAR AOS PEIXES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peixe, um vício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Receber a encomenda da Tarefa 1, perceber como se mostra um vício de hoje sem apontar ninguém e como se responde a uma objeção com o texto, e fechar a unidade 1 com o desafio e a síntese.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licao-m4-f10/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peixe, um vício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Receber a encomenda da Tarefa 1, perceber como se mostra um vício de hoje sem apontar ninguém e como se responde a uma objeção com o texto, e fechar a unidade 1 com o desafio e a síntese.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12 cartões, o plano do grupo, o desafio da unidade, uma decisão em turma e uma síntese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seis a oito linhas, individual: vale a pena dizer a verdade a quem não a quer ouvir? Com duas passagens de aulas diferentes, entre aspas. Por grupo, uma tira com os nomes, o peixe e a frase de Vieira que o repreende.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Num senado romano em semicírculo, um orador de toga, de pé, estende o braço para a direita, diante dos senadores sentados nas bancadas. À direita, um homem está sentado sozinho, de cabeça baixa, entre bancos vazios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914400"/>
            <a:ext cx="4206240" cy="27406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7281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Cesare Maccari,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Cícero denuncia Catilina no Senado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1889.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peixe, um vício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Roma, Cícero denuncia Catilina diante do Senado: repara em quem ficou sentado sozinho. Em São Luís, Vieira repreende os homens da cidade sem dizer um nome: fala aos peixes.</a:t>
            </a:r>
            <a:endParaRPr lang="en-US" sz="24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Como se diz uma verdade incómoda sem apontar ninguém, e vale a pena dizê-la?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Separa os dois peixes deste passo: o que faz cada um? Procura o verbo de quem se agarra e o de quem carrega.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OS PEGADORES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Pegadores chamam-se estes de que agora falo, e com grande propriedade, porque, sendo pequenos, não só se chegam a outros maiores, mas de tal sorte se lhes pegam aos costados, que nunca os desferram. […] porque o peixe grande não pode dobrar a cabeça, nem voltar a boca sobre os que traz às costas, e assim lhes sustenta o peso e mais a fome.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Sermão de Santo António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(1654), cap. V,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 assim lhes sustenta o peso e mais a fome.»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faz a quem ouve esta oposição entre o peixe grande e os pegadores?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ver a injustiça: o grande carrega quem nada faz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Descreve como se alimentam os peixes do mar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Elogia a força do peixe grande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ver a injustiça: o grande carrega quem nada faz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Lado a lado, quem carrega e quem se agarra: o grande «sustenta o peso e mais a fome» de quem não faz nada. A oposição faz ver a injustiça a quem ouve.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ENCOMENDA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peixe de hoje, em três a quatro minutos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9814255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 grupo de dois ou três, escolhes um peixe das repreensões e apresenta-lo à turma como retrato de um comportamento de hoje. Ao vivo, até três imagens.O recurso explica-se com o nome e o efeito. Nos pegadores, a 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antítese</a:t>
            </a:r>
            <a:pPr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o grande que carrega contra os pequenos que se agarram, faz ver a injustiça.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VIEIRA ACUSA O VICE-REI?,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«[…] não parte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vice-rei ou governador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para as conquistas, que não vá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rodeado de pegadores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[…].»Vieira,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V, os pegadores.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VIEIRA ACUSA O VICE-REI?,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Aqui, Vieira acusa uma pessoa ou um comportamento?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Uma pessoa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Um comportamento</a:t>
            </a:r>
            <a:endParaRPr lang="en-US" sz="3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VIEIRA ACUSA O VICE-REI?,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Cargos, não nomes: vale para qualquer um que parta para as conquistas.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VIEIRA ACUSA O VICE-REI?,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traço do peixe passa para quem rodeia o poder.</a:t>
            </a:r>
            <a:endParaRPr lang="en-US" sz="3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VIEIRA ACUSA O VICE-REI?,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COMPORTAMENTO EQUIVALENTE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comportamento de hoje com o traço do peixe, sem apontar nenhuma pessoa real.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VIEIRA ACUSA O VICE-REI?,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o retrato de alguém. «O delegado da outra turma é um pegador» aponta uma pessoa.Não é generalizar. «Toda a gente é pegadora» perde o traço.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VIEIRA ACUSA O VICE-REI?,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Descreve o gesto, não a pessoa.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polvo «parece» manso e ataca de repente. Que frase de hoje cumpre a encomenda?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 a gente nas redes sociais é um polvo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quem elogie à frente e desfaça nas costas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quem se cale numa discussão só para não arranjar problemas</a:t>
            </a:r>
            <a:endParaRPr lang="en-US" sz="2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Há quem elogie à frente e desfaça nas costas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frase descreve o gesto do polvo, manso à frente e traidor nas costas, sem apontar ninguém: é um comportamento equivalente.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TURMA DEITA ABAIXO O PEGADOR?, 1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«Há quem viva colado a quem manda.»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Turma: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Nem todos os que se aproximam dos poderosos são pegadores.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Vieira: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«[…] não só se chegam a outros maiores, mas de tal sorte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lhes pegam aos costados, que nunca os desferram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.»Vieira,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Sermão de Santo António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cap. V.</a:t>
            </a:r>
            <a:endParaRPr lang="en-US" sz="2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TURMA DEITA ABAIXO O PEGADOR?, 2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turma desfaz a comparação do grupo?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Desfaz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 desfaz</a:t>
            </a:r>
            <a:endParaRPr lang="en-US" sz="3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TURMA DEITA ABAIXO O PEGADOR?, 3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turma não pede um dado: discorda. Ataca a ligação entre o peixe e o comportamento.</a:t>
            </a:r>
            <a:endParaRPr lang="en-US" sz="3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TURMA DEITA ABAIXO O PEGADOR?, 4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texto já responde: Vieira não diz que são todos; os pegadores «nunca os desferram».</a:t>
            </a:r>
            <a:endParaRPr lang="en-US" sz="3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TURMA DEITA ABAIXO O PEGADOR?, 5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OBJEÇÃO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que diria quem discorda; responde-se com prova do texto, não com outra opinião.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A TURMA DEITA ABAIXO O PEGADOR?, 6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uma pergunta de esclarecimento. «Em que capítulo está?» pede um dado.Não é uma crítica à forma. «Falaram depressa» não toca na comparação.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grupo liga o roncador, pequeno e barulhento, a quem grita sem saber. Que objeção pesa mais?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«Na nossa turma ninguém grita sem saber.»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115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115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124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«Há quem fale alto e saiba do que fala.»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3715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715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3724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«Gritar sem saber é feio, mas não é um vício grave.»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«Há quem fale alto e saiba do que fala.»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Todas discordam, mas só a primeira ataca a ligação: se falar alto bastasse, até quem sabe do que fala seria roncador. Obriga a voltar ao texto: Vieira repreende «uns peixinhos tão pequenos» que querem ser «as roncas do mar».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 a pena dizer a verdade a quem não a quer ouvir?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Arimino, o povo quase tirou a vida a Santo António, e ele foi pregar aos peixes. Em São Luís, em 1654, os colonos não queriam ouvir Vieira, e ele falou aos peixes para os homens ouvirem.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Dizer a verdade a quem não quer ouvir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insiste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Sim: calar é deixar o erro sem resposta. Em Arimino, Santo António «mudou somente o púlpito e o auditório, mas não desistiu da doutrina»; em São Luís, Vieira faz o mesmo e fala aos peixes.Vieira, sobre Santo António, no cap. I.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se cala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Não: quem não quer ouvir não ouve, e quem fala paga. Os ouvintes, «sendo verdadeira a doutrina que lhes dão, a não querem receber». Em Arimino, «faltou pouco, para que lhe não tirassem a vida». Calar-se a tempo guarda a voz para quando houver quem a ouça.Vieira, no cap. I: a primeira frase sobre os ouvintes, a segunda sobre Santo António.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quem se inclui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Depende de quem fala: quem acusa os outros e se poupa a si próprio não convence. No fim do sermão, Vieira põe-se entre os acusados: «A vossa bruteza é melhor que a minha razão».Vieira, na peroração (cap. VI).</a:t>
            </a:r>
            <a:endParaRPr lang="en-US" sz="17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Defendes que vale a pena. Alguém objeta: «Falar a quem não ouve é inútil.» Que resposta se apoia no texto?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inútil: a verdade fica dita, como António, que «não desistiu da doutrina»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Vieira era padre: tinha de pregar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 a minha opinião, e cada um tem a sua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é inútil: a verdade fica dita, como António, que «não desistiu da doutrina»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Responde-se com uma passagem que toque no «inútil»: quando os homens não o querem ouvir, António «mudou somente o púlpito e o auditório, mas não desistiu da doutrina», e a verdade fica dita. Também podes mudar de posição, se a objeção te convencer: diz porquê.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abertura pode falar de hoje. Porque é que a comparação com o peixe só chega depois da citação de Vieira?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encomenda proíbe visar pessoas reais. Com essa regra, a crítica fica mais fraca ou mais forte?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Vale a pena dizer a verdade a quem não a quer ouvir? Responde em seis a oito linhas, com duas passagens de aulas diferentes da unidade, citadas entre aspas.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8013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na primeira frase a tua posição: sim, não, ou em que condições.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22960" y="393420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93420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43350"/>
            <a:ext cx="9174175" cy="790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 duas passagens de aulas diferentes da unidade, citadas corretamente e entre aspas.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22960" y="472516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2516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34306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o que cada passagem prova, sem ficar pela citação.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22960" y="52303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2303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239512"/>
            <a:ext cx="9174175" cy="5052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a uma objeção à tua posição.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Descreve o gesto, não a pessoa, e responde a quem discorda com o texto.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8: Um peixe, um vício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4 cartões de pergunta e 2 de leitura. O sermão em palco, pela ACTA (vídeo de 1 min, canal ACTATeatro), papéis e não nomes na lista do cap. IV, gesto descrito, pessoa apontada ou traço perdido, os quatro peixes do traço ao vício (com a gravura do voador), objeção ou pergunta, e a abertura que prende. No fim, o cartão extra «Pegadores, voadores, polvo».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34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8: Um peixe, um vício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