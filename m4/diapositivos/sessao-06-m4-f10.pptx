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M4-F10,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peixe, um vício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teu grupo, escolhes um peixe do sermão e explica-lo à turma, em três a quatro minutos.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vieira-retra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 (retrato, início do séc. XVIII).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dizer a verdade a quem não a quer ouvir?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grupos de dois ou três, escolham um peixe do Sermão (roncadores, pegadores, voadores, polvo: estão no cartão extra «Pegadores, voadores, polvo», no fim da lição).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três a quatro minutos: 1. o que diz Vieira, com uma citação; 2. o recurso que torna a crítica eficaz; 3. um comportamento atual equivalente, sem visar pessoas reais; 4. resposta a uma objeção.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Apoio visual: no máximo três imagens ou diapositivos, sem texto corrido.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312928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905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apresentação oral sobre um peixe do Sermão faz-se em grupos de dois ou três e dura três a quatro minutos: o que diz Vieira, com citação; o recurso que torna a crítica eficaz; um comportamento atual equivalente; a resposta a uma objeção.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0086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086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4017772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 das repreensões: os roncadores (a vaidade), os pegadores (os que vivem à custa dos grandes), os voadores (a presunção), o polvo (a traição).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52324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232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524154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apresentação prepara-se na oficina, com o Guia da tarefa; esta lição dá a encomenda, os passos e os critérios.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Abertura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Vieira: peixe e citação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e efeito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Hoje: comportamento equivalente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Objeção e resposta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«Pegadores, voadores, polvo»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pedrohfernandes-klk.github.io/​pt/​m4/​licao-m4-f10/​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 tem quatro peças, Vieira com citação, o recurso, o equivalente de hoje e a resposta a uma objeção, em três a quatro minutos e com três imagens no máximo.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Prepara-se antes a objeção mais difícil, com resposta no texto: a quem diz «nem todos os que se aproximam dos poderosos são pegadores», responde-se que Vieira não diz que são todos, diz que o pegador não larga.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Avalia-se o processo, três aberturas testadas e um ensaio cronometrado, e o resultado: clareza, citação explicada, comparação justa, voz e tempo.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M4-F10, Um peixe, um vício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M4-F10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«Ilumino a minha casa»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06 · M4-F10 · Um peixe, um vício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