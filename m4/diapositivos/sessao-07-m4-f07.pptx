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M4-F07,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Ilumino a minha casa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governadores de Castela querem instalar-se em casa de Manuel de Sousa Coutinho. Ele arrebata duas tochas aos criados e diz que vai iluminá-la para os receber.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joao-de-portugal-lup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de Portugal (Miguel Ângelo Lupi, 1863).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joao-de-portugal-lupi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I, CENAS XI–XII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— Meu pai morreu desastrosamente caindo sobre a sua própria espada; quem sabe se eu morrerei nas chamas ateadas por minhas mãos? Seja. Mas fique-se aprendendo em Portugal como um homem de honra e coração, por mais poderosa que seja a tirania, sempre lhe pode resistir, em perdendo o amor a coisas tão vis e precárias como são esses haveres que duas faíscas destroem num momento… como é esta vida miserável que um sopro pode apagar em menos tempo ainda! (Arrebata duas tochas das mãos dos criados, corre à porta da esquerda, atira com uma para dentro: e vê-se atear logo uma labareda imensa. Vai ao fundo, atira a outra tocha; e sucede o mesmo. Ouve-se alarido de fora.)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Frei Luís de Sousa (1844), ortografia atualizada.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joao-de-portugal-lupi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I, CENAS XI–XII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— Que fazes?… que fizeste? — Que é isto, oh meu Deus!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MANUEL, tranquilamente — Ilumino a minha casa para receber os muito poderosos e excelentes senhores governadores destes reinos. Suas excelências podem vir quando quiserem.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— Meu Deus, meu Deus!… Ai, e o retrato de meu marido!… Salvem-me aquele retrato.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(Miranda e outro criado vão para tirar o painel; uma coluna de fogo salta nas tapeçarias e os afugenta.)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— Parti, parti. As matérias inflamáveis que eu tinha disposto vão-se ateando com espantosa velocidade. Fugi.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Frei Luís de Sousa (1844), ortografia atualizada.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Sousa, de Almeida Garrett (estreia em 1843, publicação em 1844), é um drama em três atos; Madalena casou com Manuel de Sousa Coutinho depois de o primeiro marido, D. João de Portugal, desaparecer em Alcácer Quibir.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 do ato I, os governadores de Castela querem instalar-se na casa de Manuel; ele arrebata duas tochas e «ilumina» a casa: incendeia-a.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didascálias (as indicações entre parênteses) dizem quem entra, o que faz e com que tom: lê-as antes das falas.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na peça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Sousa, de Almeida Garrett, estreou em 1843 e foi publicado em 1844. É um drama em três atos. D. Madalena de Vilhena casou com Manuel de Sousa Coutinho depois de o primeiro marido, D. João de Portugal, ter desaparecido na batalha de Alcácer Quibir. Vivem com a filha, Maria, e com o velho escudeiro Telmo. No fim do ato I, os governadores do reino (ao serviço de Castela) querem instalar-se no palácio de Manuel.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pedrohfernandes-klk.github.io/​pt/​m4/​licao-m4-f07/​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pedrohfernandes-klk.github.io/​pt/​m4/​licao-m4-f07/​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 do ato I, Manuel diz aos governadores de Castela que «ilumina» a casa e, «tranquilamente», deita-lhe fogo: a didascália mostra o que a fala disfarça.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das tochas, defende que um homem de honra resiste sempre à tirania se deixar de amar os haveres e a própria vida.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grita pelo retrato do marido, e esse pormenor prepara o que vem no ato II.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M4-F07, Ilumino a minha casa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que só se vê em palco»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07 · M4-F07 · Ilumino a minha casa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