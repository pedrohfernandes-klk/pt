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M4-F15, O que prende um texto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LIÇÃO M4-F15,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prende um texto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Há frases que se seguem umas às outras e há frases que se agarram umas às outras. Vais ver em que está a diferença.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sermao-168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Sermão de Santo António aos Peixes, em Sermoens (Lisboa, 1682).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M4-F15, O que prende um texto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faz as frases de um texto agarrarem-se umas às outras?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M4-F15, O que prende um texto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sermao-1682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VIEIRA, CAP. IV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primeira coisa que me desedifica, peixes, de vós, é que vos comeis uns aos outros. Grande escândalo é este, mas a circunstância o faz ainda maior. Não só vos comeis uns aos outros, mas os grandes comem os pequenos.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Padre António Vieira, Sermão de Santo António (1654), ortografia atualizada, cap. IV.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M4-F15, O que prende um texto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Coerência é o texto fazer sentido e progredir; coesão são as ligações visíveis entre as frases.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8602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86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9516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Coesão gramatical: pronomes e determinantes que retomam (anáfora), conectores, concordância, tempos verbais; coesão lexical: repetição, sinónimos, palavras do mesmo campo.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parágrafo de Vieira prende-se frase a frase; se tirares as ligações, as frases seguem-se mas não se agarram.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M4-F15, O que prende um texto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MECANISMO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LIGA OU RETOMA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«este» (em «Grande escândalo é este»)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«o» (em «o faz ainda maior»)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«mas»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«Não só… mas…»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«vos comeis uns aos outros» (repetido)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M4-F15, O que prende um texto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Coerência e coesão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Coerência: o texto faz sentido, sem contradições, e progride (cada frase acrescenta informação).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Coesão: as ligações visíveis entre palavras e frases.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Gramatical: pronomes e determinantes que retomam (anáfora), conectores, concordâncias, tempos verbais.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Lexical: repetição, sinónimos, palavras da mesma família ou do mesmo campo.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M4-F15, O que prende um texto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pedrohfernandes-klk.github.io/​pt/​m4/​licao-m4-f15/​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M4-F15, O que prende um texto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pedrohfernandes-klk.github.io/​pt/​m4/​licao-m4-f15/​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M4-F15, O que prende um texto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frases de Vieira mostram como um parágrafo se prende: «este» e «o» retomam o escândalo, «mas» e «Não só… mas…» ligam e agravam, e a repetição de «vos comeis uns aos outros» insiste de propósito.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coerência vê-se no que falha: em «Os peixes não falam. Portanto os homens falam», o «portanto» não conclui nada.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Reescrever é trocar repetições por pronomes, escolher o conector certo e ler em voz alta até não tropeçar.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M4-F15, O que prende um texto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M4-F15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«Um peixe, um vício»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4-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· Sessão 05 · M4-F15 · O que prende um texto</dc:title>
  <dc:subject>PptxGenJS Presentation</dc:subject>
  <dc:creator>EPI · Português</dc:creator>
  <cp:lastModifiedBy>EPI · Português</cp:lastModifiedBy>
  <cp:revision>1</cp:revision>
  <dcterms:created xsi:type="dcterms:W3CDTF">2026-10-10T20:31:13Z</dcterms:created>
  <dcterms:modified xsi:type="dcterms:W3CDTF">2026-10-10T20:31:13Z</dcterms:modified>
  <dc:description/>
</cp:coreProperties>
</file>