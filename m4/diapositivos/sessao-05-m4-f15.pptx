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prende um texto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frases que se seguem umas às outras e há frases que se agarram umas às outras. Vais ver em que está a diferença.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 aos Peixes, em Sermoens (Lisboa, 1682).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 as frases de um texto agarrarem-se umas às outras?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VIEIRA, CAP. IV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coisa que me desedifica, peixes, de vós, é que vos comeis uns aos outros. Grande escândalo é este, mas a circunstância o faz ainda maior. Não só vos comeis uns aos outros, mas os grandes comem os pequenos.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IV.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Coerência é o texto fazer sentido e progredir; coesão são as ligações visíveis entre as frases.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Coesão gramatical: pronomes e determinantes que retomam (anáfora), conectores, concordância, tempos verbais; coesão lexical: repetição, sinónimos, palavras do mesmo campo.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parágrafo de Vieira prende-se frase a frase; se tirares as ligações, as frases seguem-se mas não se agarram.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LIGA OU RETOMA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«este» (em «Grande escândalo é este»)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«o» (em «o faz ainda maior»)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«mas»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«Não só… mas…»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«vos comeis uns aos outros» (repetido)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Coerência e coesão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Coerência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texto faz sentido, sem contradições, e progride (cada frase acrescenta informação).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Coesão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ligações visíveis entre palavras e frases.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Gramatical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pronomes e determinantes que retomam (anáfora), conectores, concordâncias, tempos verbais.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Lexical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repetição, sinónimos, palavras da mesma família ou do mesmo campo.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de Vieira mostram como um parágrafo se prende: «este» e «o» retomam o escândalo, «mas» e «Não só… mas…» ligam e agravam, e a repetição de «vos comeis uns aos outros» insiste de propósito.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coerência vê-se no que falha: em «Os peixes não falam. Portanto os homens falam», o «portanto» não conclui 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Reescrever é trocar repetições por pronomes, escolher o conector certo e ler em voz alta até não tropeçar.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 peixe, um vício»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05 · M4-F15 · O que prende um texto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