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sabia, e quando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Decidir, com passagens da peça, se a tragédia vem do que se calou, e fechar a unidade 2 com o desafio e a síntese.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m4-frei-luis-quem-sabia/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sabia, e quando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Decidir, com passagens da peça, se a tragédia vem do que se calou, e fechar a unidade 2 com o desafio e a síntese.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os 32 cartões do exercício, projetados, uma tabela no caderno, uma conversa, o desafio da unidade 2 e uma síntese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linhas, individual: o que se perde quando se perde o nome? Com duas passagens de aulas diferentes da unidade,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carta com três palavras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 ficou viúva aos dezassete anos, quando D. João de Portugal desapareceu em Alcácer Quibir. Procurou-o durante sete anos. Casou depois com Manuel de Sousa Coutinho; da batalha até hoje passaram vinte e um anos, sete de buscas e catorze de casamento. Telmo, o velho escudeiro, continua a duvidar. Lê o que ele guarda e o que ela responde.MADALENA: […] Depois que fiquei só, depois daquela funesta jornada de África que me deixou viúva, órfã e sem ninguém… sem ninguém, e numa idade… com dezassete anos! — em vós, Telmo, em vós só, achei o carinho e proteção, o amparo que eu precisava. […] D. João ficou naquela batalha com seu pai, com a flor da nossa gente. (Sinal de impaciência em Telmo)…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 diz «Senão a mim». Madalena, aterrada, responde «Era». Quem dos dois sabe mais, e quem teme mais?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I, o que sabe Madalena sobre D. João, de certeza?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nunca apareceu, apesar de sete anos de buscas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morreu em Alcácer Quibir, porque o viram cair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está vivo e cativo nas costas de Berberia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315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voltou há pouco e vive escondido em Almada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nunca apareceu, apesar de sete anos de buscas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«incrédula a tantas provas e testemunhos de sua morte, o fiz procurar»: Madalena tem provas da morte, mas nunca um corpo, e a carta «vivo ou morto» continua a fazer-lhe medo. Ninguém o viu cair (segunda opção). As duas últimas usam o que só se revela no ato II para explicar o que ela sabe antes, e esse é o erro a evitar.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 tem uma prova de que D. João está vivo.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Telmo tem «às formais palavras daquela carta» e a confiança no amo: «eu sei que homem era meu amo para as escrever em vão». É uma esperança apoiada numa promessa, não uma prova. A dúvida de Telmo e a quase certeza de Madalena assentam ambas em papéis, não em factos.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ELA ESCONDE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medo guardado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primeira cena, antes de Telmo entrar, Madalena está só, com um livro no regaço. Lê o que diz de si, e repara em quem é o «ele».Com paz e alegria d'alma… um engano, um engano de poucos instantes que seja… deve de ser a felicidade suprema neste mundo. — E que importa que o não deixe durar muito a fortuna? Viveu-se, pode-se morrer. Mas eu!… (pausa) Oh! que o não saiba ele ao menos, que não suspeite o estado em que eu vivo… este medo, estes contínuos terrores que ainda me não deixaram gozar um só momento de toda a imensa felicidade que me dava o seu amor.Almeida Garrett,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I, cena I. 1844; transcrição do Project Gutenberg n.º 17591; as fichas atualizam a ortografia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que dizem o que Madalena esconde de Manuel.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Oh! que o não saiba ele ao menos, que não suspeite o estado em que eu vivo… este medo, estes contínuos terrores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medo, terrores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«este medo, estes contínuos terrores»: na cena I, Madalena quer que Manuel não suspeite «o estado em que eu vivo»; na cena VIII acaba por lhe dizer o medo. O que lhe fica escondido é a razão dele: a carta «vivo ou morto» e a dúvida de Telmo. O que Manuel não sabe não é que D. João vive (ninguém o sabe); é que há uma promessa escrita e um escudeiro que ainda espera.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diz a Madalena, no ato I, que «não há espectros que nos possam aparecer senão os das más ações que fazemos». Para ele, Madalena fez alguma má ação? E para ela?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I, Madalena devia ter dito a Manuel a razão do seu medo, a carta «vivo ou morto» e a dúvida de Telmo?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um casamento com uma razão de medo escondida já é uma meia-verdade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não há facto nenhum para dizer, só uma promessa escrita e uma dúvida sem prova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 ter dito a Frei Jorge, que trouxe a carta e é quem pode julgar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casa com retratos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do incêndio, a família muda-se para o palácio que fora de D. João, em Almada. Nas paredes, retratos: D. Sebastião, Camões, D. João de Portugal. Maria, diante de um deles, pergunta a Telmo de quem é. Lê a resposta e o gesto.Oh! mas é verdade… vinde cá: (Leva-o diante dos três retratos que estão no fundo; e apontando para o de D. João) de quem é este retrato aqui, Telmo?TELMO, olha, e vira a cara de repente: Esse é… há de ser… é um da família, destes senhores da casa de Vimioso que aqui estão tantos.MARIA, ameaçando-o com o dedo: Tu não dizes a verdade, Telmo.TELMO, quase ofendido: Eu nunca menti, senhora D. Maria de Noronha.MARIA: Mas não diz a verdade toda o senhor Telmo Pais; que é…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 «vira a cara de repente» e diz «há de ser». O que sabe Telmo, o que sabe Maria, e o que sabes tu, que vês o gesto?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cena do retrato, que diferença há entre o que Telmo faz e o que Maria lhe chama?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omite o nome; Maria diz que é quase mentir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mente, e Maria perdoa-lhe logo a mentira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diz a verdade, e Maria não acredita nele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4315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325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não sabe de quem é o retrato, e Maria sabe-o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omite o nome; Maria diz que é quase mentir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«Eu nunca menti» é verdade: Telmo não afirma nada falso, desvia. Maria dá o nome certo ao gesto: omitir é quase mentir. A didascália, «vira a cara», diz ao público que ele sabe. A quarta opção inverte quem sabe; a terceira ignora o «há de ser»; a segunda chama mentira ao que Maria distingue de mentira.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EXCERTO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homem que se vê a um espelho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noite chega um Romeiro, com um recado para D. Madalena. Frei Jorge pergunta-lhe se conhece o homem de quem fala. Lê as respostas do Romeiro e a didascália da última.Conheceis bem esse homem, romeiro: não é assim?ROMEIRO: Como a mim mesmo.JORGE: […] conhecê-lo-eis?ROMEIRO: Como se me visse a mim mesmo num espelho.JORGE: Procurai nestes retratos, e dizei-me se algum deles pode ser.ROMEIRO, sem procurar, e apontando logo para o retrato de D. João — É aquele.Almeida Garrett,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II, cena XIV (2/2). 1844; transcrição do Project Gutenberg n.º 17591; as fichas atualizam a ortografia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Toca nas duas palavras da didascália que dizem que o Romeiro já sabia a resposta antes de olhar.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sem procurar, e apontando logo para o retrato de D. João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procurar, logo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«sem procurar» e «logo»: a didascália dá ao público uma informação que nenhuma fala dá. Quem reconhece um rosto entre muitos sem o procurar conhece-o «Como se me visse a mim mesmo num espelho». O público sabe antes de Jorge perguntar «quem és tu?».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Põe por ordem o que se fica a saber, nas cenas XIV e XV do ato II.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Romeiro diz que traz o recado de um homem vivo, há vinte anos cativo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pergunta de que batalha, ouve «De Alcácer-Quibir» e fica espavorida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Romeiro aponta «sem procurar» para o retrato de D. João: «É aquele»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grita pela filha, «perdidas, desonradas», e foge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pergunta «quem és tu?» e o Romeiro responde «Ninguém»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Romeiro diz que traz o recado de um homem vivo, há vinte anos cativo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pergunta de que batalha, ouve «De Alcácer-Quibir» e fica espavorida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Romeiro aponta «sem procurar» para o retrato de D. João: «É aquele»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Madalena grita pela filha, «perdidas, desonradas», e foge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pergunta «quem és tu?» e o Romeiro responde «Ninguém»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informação chega por degraus: um homem vivo, uma batalha, um retrato, um grito, uma palavra. Repara em quem está presente em cada degrau: Madalena foge antes do «Ninguém»; Maria não está na sala em nenhum deles. Cada personagem sai da cena com uma quantidade diferente de verdade.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Romeiro aponta para o retrato e diz «Ninguém». Está a esconder quem é, ou a dizer o que é?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 o Romeiro quando diz «Ninguém» apontando para o retrato de D. João?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gesto diz quem foi; a palavra, que já não tem lugar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Esconde a identidade: não quer que saibam que é D. João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ser ele o homem que está pintado no retrato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 o retrato é de um desconhecido qualquer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gesto diz quem foi; a palavra, que já não tem lugar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Gesto e palavra fazem coisas diferentes: o bordão identifica, a palavra interpreta. D. João não esconde quem foi (segunda opção): o retrato responde por ele. O que diz é que esse homem já não existe para esta casa. As duas últimas opções leem «Ninguém» como a negação de um facto, e é um juízo sobre o que resta dele.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cena XV, abre o que cada um sabe e compara.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já todos sabem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III a informação está completa: D. João vive, o casamento não vale, Maria perde o nome. Manuel e Madalena vão tomar o hábito. Maria trava a cerimónia e pede uma coisa à mãe. Lê o pedido e o que lhe respondem.MARIA, separando-se com eles da outra gente, e trazendo-os para a boca da cena: Esperai: aqui não morre ninguém sem mim. Que quereis fazer? Que cerimónias são estas? Que Deus é esse que está nesse altar, e quer roubar o pai e a mãe a sua filha? — (Para os circunstantes) Vós quem sois, espectros fatais?… quereis-mos tirar dos meus braços?… Esta é a minha mãe, este é o meu pai… Que me importa a mim com o outro? Que morresse ou não, que esteja com os mortos ou com os vivos — que se…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pede à mãe que minta. No ato II condenava Telmo por não dizer a verdade toda. Mudou Maria, ou mudou o que está em jogo?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pede Maria à mãe, e o que responde Madalena?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944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minta para lhe salvar o nome do pai; Madalena não mente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fuja com ela antes que o Romeiro chegue; Madalena aceita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diga a verdade toda diante de todos; Madalena cala-se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45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45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46811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vá para o convento em seu lugar; Madalena recusa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minta para lhe salvar o nome do pai; Madalena não mente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«Pois mente agora para salvar a honra de tua filha, para que lhe não tirem o nome de seu pai.» A resposta não é uma recusa dita: é uma oração, e Maria lê-a como recusa: «Não querem.» A verdade toda (terceira opção) é o que Maria exigia no ato II; agora pede o contrário, porque agora a verdade custa-lhe o nome.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ato III, a catástrofe acontece porque ainda falta saber alguma coisa.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Falso. No ato III já não falta informação a ninguém: Maria sabe, Madalena sabe, Manuel sabe, o Romeiro sabe. O que falta não é uma verdade, é uma saída. Quando a informação está completa e a desgraça continua, o problema não era a informação.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Seleciona as duas razões que fazem da verdade, no ato III, uma coisa que ninguém pode usar.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0058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melhor objeção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colega objeta: «A tragédia é um problema de escolhas, não de dever. Se o Romeiro não tivesse apontado para o retrato, ninguém sabia de nada: ele escolheu revelar-se. Madalena escolheu calar, durante catorze anos de casamento, a carta e a dúvida de Telmo. Cada um calou ou disse quando quis. Chamar-lhe dever é desculpar escolhas.»A objeção tem força: há escolhas em toda a peça. Lê outra vez o recado do Romeiro e decide se ele escolheu revelar-se, ou se a verdade lhe saiu antes da vontade.Ide a D. Madalena de Vilhena, e dizei-lhe que um homem que muito bem lhe quis… aqui está vivo… por seu mal… e daqui não pode sair nem mandar-lhe novas suas de há vinte anos que o trouxeram cativo.Almeida…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«um homem que muito bem lhe quis… aqui está vivo… por seu mal…»: o Romeiro fala de si na terceira pessoa. Porquê?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recado do Romeiro fala de «um homem», na terceira pessoa. O que faz isso à objeção («ele escolheu revelar-se»)?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404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Enfraquece-a: o Romeiro quer dar a notícia sem se dar a si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4325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325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441700"/>
            <a:ext cx="9174175" cy="917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Confirma-a: fala na terceira pessoa para se fazer interessante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350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5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359656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muda nada: o recado e o gesto são uma e a mesma coisa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49192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192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928362"/>
            <a:ext cx="9174175" cy="56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que o Romeiro mente: o homem de quem fala é outro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Enfraquece-a: o Romeiro quer dar a notícia sem se dar a si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recado separa a notícia (um homem vivo) de quem a traz. É Jorge quem pergunta «conhecê-lo-eis?» e manda procurar nos retratos. O Romeiro não procura: o rosto vem-lhe antes da vontade. A informação revela-se contra a intenção de quem a traz. Resta à objeção uma parte verdadeira: «por seu mal» é um juízo, e esse foi escolhido.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POSIÇÃO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Então, o que faz a tragédia: o que se calou, ou o que não se podia mudar?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calou: Madalena, Telmo e o Romeiro escolheram o silêncio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se podia mudar: a regra que faz de uma verdade uma desgraça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duas, e a ordem importa: primeiro o facto, depois a regra, no fim as escolhas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AO CONTRÁRIO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ao contrário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Imagina a peça virada: no ato I, Telmo mostra a carta a Manuel; Madalena conta-lhe de que tem medo e porquê; Maria ouve tudo. Toda a gente sabe o que há para saber. Chega o Romeiro, e tudo o que diz já era esperado. O que muda, e o que fica igual?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 PRIMEIRO: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toda a informação dita no ato I, a casa de Almada ainda recebe o Romeiro. Há alguma cena que deixe de acontecer?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todos tivessem dito tudo o que sabiam no ato I, a tragédia teria sido evitada?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2563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no ato I ninguém sabia que D. João estava vivo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Manuel não teria casado se soubesse da carta antiga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Maria não teria pedido a mentira se soubesse antes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7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77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5087112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Não, porque Telmo teria mentido a todos de qualquer maneira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no ato I ninguém sabia que D. João estava vivo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havia para dizer no ato I era uma carta antiga e um medo; o facto que destrói, D. João vivo, não estava em posse de ninguém. E quando chega, no ato II, a regra transforma-o em desgraça sem precisar de segredo nenhum. A segunda opção esquece que Manuel casou com uma viúva com provas da morte; a terceira esquece que Maria «bem o sabia» e isso não a salvou; a quarta inventa.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que </a:t>
            </a:r>
            <a:pPr indent="0" marL="0"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uma tragédia feita de silêncios é uma interpretação com prova no texto: «vira a cara», «há de ser», «nunca to disse».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Verdadeiro. É uma interpretação, não um facto nem uma opinião: tem passagens localizadas que a sustentam. Mas repara no que acabaste de concluir: os silêncios adiam a desgraça, não a fazem. A interpretação é boa e é incompleta, e saber isso faz parte de a defender.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 do ato II, Frei Jorge e o público sabem tudo. Porque é que, nesta peça, saber mais não dá a ninguém poder para mudar o que acontece?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tragédia vem do que não se podia mudar, ainda há responsáveis? Que escolha faz ainda alguém no ato III?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perde quando se perde o nome? Responde em seis a oito linhas, com duas passagens de aulas diferentes da unidade 2, citadas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20871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na primeira frase: diz o que se perde.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9342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42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43350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duas passagens de aulas diferentes da unidade, citadas corretamente e entre aspas, e diz quem as diz.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que cada passagem mostra sobre o nome, sem ficar pela citação.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5161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161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525262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 uma objeção (por exemplo: um nome é só uma palavra).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tragédia não é feita de segredos: é feita de uma verdade que, quando chega, ninguém pode usar.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15: Quem sabia, e quando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(opcional): refazer o exercício sozinho, no telemóvel, ao teu ritmo (cerca de 25 minutos); e ler na Biblioteca (a ligação está na página da obra), na ortografia da edição antiga, o ato III, cena V, em que o Romeiro manda Telmo mentir, e escrever no caderno, em três linhas, se essa mentira ainda podia salvar alguém.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15: Quem sabia, e quando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