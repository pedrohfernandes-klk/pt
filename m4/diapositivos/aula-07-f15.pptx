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1: PREGAR AOS PEIXES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prende um texto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Descobrir o que prende três frases de Vieira e usar essas ligações para reescrever um parágrafo solto.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licao-m4-f15/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prende um texto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Descobrir o que prende três frases de Vieira e usar essas ligações para reescrever um parágrafo solto.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decisão em turma e um parágrafo reescrito em papel.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linhas: dois problemas de um parágrafo solto, cada um com o seu exemplo, e o parágrafo reescrito em três ou quatro frases, com as ligações sublinhadas.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rimeira página do Sermão de Santo António na edição de 1682: o título, «Sermam de S. Antonio», na grafia da época, com «Pregado na Cidade de S. Luís do Maranhão, ano de 1654» por baixo, e depois uma nota em itálico de duas frases; a segunda começa por «E nelle tocou»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213" y="914400"/>
            <a:ext cx="3439734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Sermoens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Vieira, Lisboa, 1682: a primeira página do sermão.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prende um texto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1682, o sermão sai impresso com uma nota de duas frases por baixo do título, a primeira a começar por «Este sermão». A segunda começa por «E nele tocou», sem dizer em quê: quem lê volta atrás para o saber.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prende as frases de um texto umas às outras?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chama «grande escândalo» a uma coisa e diz que outra o faz «ainda maior». Procura as duas: qual é o escândalo, qual é a circunstância?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OS PEIXES QUE SE COMEM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primeira coisa que me desedifica, peixes, de vós, é que vos comeis uns aos outros. Grande escândalo é este, mas a circunstância o faz ainda maior. Não só vos comeis uns aos outros, mas os grandes comem os pequenos.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cap. IV,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«Grande escândalo é este, mas a circunstância o faz ainda maior.»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circunstância o faz ainda maior»: o que fica ainda maior?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grandes, que comem os pequenos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peixes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escândalo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escândalo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Troca o «o» pela palavra que retoma: «a circunstância faz o escândalo ainda maior». O escândalo já era grande; a circunstância torna-o maior.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ESCÂNDALO É «ESTE»?,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primeira coisa que me desedifica, peixes, de vós, é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vos comeis uns aos outros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Grande escândalo é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mas a circunstância o faz ainda maior.»Vieira,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IV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ESCÂNDALO É «ESTE»?,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«Grande escândalo é este»: que escândalo?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Comerem-se uns aos outros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Os grandes comerem os pequenos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ESCÂNDALO É «ESTE»?,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primeira frase diz o vício: os peixes comem-se uns aos outros. É esse o escândalo.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ESCÂNDALO É «ESTE»?,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«Este», sozinho, não diz nada: aponta para trás e vai buscar a frase anterior. Prende as duas frases sem a repetir.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ESCÂNDALO É «ESTE»?,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COESÃO REFERENCIAL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Ligar frases com um pronome ou demonstrativo que aponta para trás: essa palavra é uma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anáfora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ESCÂNDALO É «ESTE»?,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a anáfora, a figura de estilo. Essa repete a palavra à cabeça, como os «vedes… vedes…» da aula 3. Aqui, uma palavra nova aponta para trás.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ESCÂNDALO É «ESTE»?,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«este quê?» e volta atrás: tem de haver uma só resposta.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de um aluno: «Os homens não ouviam Vieira, e os peixes ouviam-no. Eles eram muitos.» Que falha tem «Eles»?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«Eles» repete uma palavra sem necessidade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 ser «ele», porque retoma Vieira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«Eles» pode retomar os homens ou os peixes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«Eles» pode retomar os homens ou os peixes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retoma tem de apontar para uma só coisa, e «Eles» serve aos homens e aos peixes. Para tirar a dúvida, repete-se o nome: «Os peixes eram muitos».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VOLTA VIEIRA ÀS MESMAS PALAVRAS?,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primeira coisa que me desedifica, peixes, de vós, é que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comeis uns aos outros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Grande escândalo é este, mas a circunstância o faz ainda maior. Não só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comeis uns aos outros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mas os grandes comem os pequenos.»Vieira,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IV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VOLTA VIEIRA ÀS MESMAS PALAVRAS?,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Repetir «vos comeis uns aos outros»: descuido ou de propósito?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Descuido: bastava um pronome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De propósito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VOLTA VIEIRA ÀS MESMAS PALAVRAS?,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primeira frase, o vício é dito pela primeira vez.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VOLTA VIEIRA ÀS MESMAS PALAVRAS?,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terceira, as mesmas palavras voltam e trazem o pior: «os grandes comem os pequenos». A repetição prende a frase 3 à frase 1 e insiste no vício.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VOLTA VIEIRA ÀS MESMAS PALAVRAS?,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COESÃO LEXICAL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Ligar frases com palavras que, por si, dizem o que retomam: a mesma, da mesma família, um sinónimo.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VOLTA VIEIRA ÀS MESMAS PALAVRAS?,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retomar com pronome. «Vieira… ele» é referencial; «Vieira… o pregador» é lexical.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VOLTA VIEIRA ÀS MESMAS PALAVRAS?,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Repetir também liga: de propósito, insiste; sem razão, pesa.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«Vieira pregou o sermão em São Luís.» Que continuação retoma Vieira com coesão lexical?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dias depois, ele embarcou para Lisboa.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dias depois, embarcou às escondidas para Lisboa.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dias depois, o jesuíta embarcou para Lisboa.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dias depois, o jesuíta embarcou para Lisboa.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jesuíta» diz Vieira com outras palavras, como «o pregador»: é coesão lexical. Serve quando um pronome deixaria dúvida, e ainda acrescenta alguma coisa: Vieira era jesuíta.</a:t>
            </a:r>
            <a:endParaRPr lang="en-US" sz="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OS DOIS «MAS» FAZEM O MESMO?,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«Grande escândalo é este,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circunstância o faz ainda maior.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só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vos comeis uns aos outros,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os grandes comem os pequenos.»Vieira,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IV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OS DOIS «MAS» FAZEM O MESMO?,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«mas» fazem o mesmo trabalho?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Sim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OS DOIS «MAS» FAZEM O MESMO?,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Sozinho, o primeiro «mas» contraria o que se esperava: «Grande escândalo é este» parecia dizer tudo, e não diz.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OS DOIS «MAS» FAZEM O MESMO?,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«Não só», o segundo «mas» não contraria nada: soma um degrau (comer-se já é mau; os grandes comerem os pequenos é pior). É o conector que diz a relação.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OS DOIS «MAS» FAZEM O MESMO?,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COESÃO INTERFRÁSICA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Ligar orações e frases com conectores que dizem a relação entre elas: oposição, adição, causa, conclusão.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OS DOIS «MAS» FAZEM O MESMO?,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coerência. A coesão vê-se nas ligações; a coerência é o sentido. «Os peixes não falam. Portanto os homens falam.» liga e não conclui nada.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OS DOIS «MAS» FAZEM O MESMO?,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 o conector pela relação: opõe, soma, explica ou conclui?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de um aluno: «Estudei a semana toda. Portanto, tive negativa.» Que conector diz a relação certa?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seja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disso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estuda a semana toda espera boa nota, e a negativa contraria isso: a relação é de oposição, diz-se com «Mas». «Portanto» liga e não conclui nada: falha a coerência.</a:t>
            </a:r>
            <a:endParaRPr lang="en-US" sz="2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um nome volta no teu texto: repetes, trocas por um pronome ou por outra palavra?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quem diga que um bom texto nunca repete palavras. Vieira repete «vos comeis uns aos outros» duas frases depois. Num texto teu, o nome de alguém volta três vezes no mesmo parágrafo.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ou trocar?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repete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Repetir pode ser o mais claro e o mais forte. Vieira volta ao vício com as mesmas palavras para lhe juntar o pior: «Não só vos comeis uns aos outros, mas os grandes comem os pequenos». E quem ouve um sermão não pode voltar atrás na página.Vieira, no cap. IV.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troca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Repetir sem razão pesa: «Os peixes ouvem. Vieira prega aos peixes.» Um pronome prende as frases sem as encher («Vieira prega-lhes»), como o «este» de «Grande escândalo é este». E outra palavra ainda acrescenta: «o jesuíta» retoma Vieira e diz o que ele era.O começo do parágrafo que vais reescrever; Vieira, no cap. IV.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a quem troca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trocar o nome a cada frase («Vieira», «o jesuíta», «o pregador») pode levar quem lê a julgar que é outra pessoa. E o pronome também engana: em «Eles eram muitos», eles quem? Às vezes, só o nome repetido tira a dúvida.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nota de 1682, «E nele tocou»: «nele» é este sermão ou o «1.º sermão do 1.º tomo», que está mais perto?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repete «vos comeis uns aos outros»; «Os peixes ouvem. Vieira prega aos peixes.» também repete. Porque é que uma repetição prende e a outra pesa?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parágrafo começasse por «Grande escândalo é este…», o que deixava de funcionar?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Nomeia dois problemas deste parágrafo, com o exemplo de cada um, e reescreve-o em três ou quatro frases, com as ligações sublinhadas (cinco a sete linhas ao todo): «Os peixes ouvem. Vieira prega aos peixes. Os homens não ouvem Vieira. Os peixes não falam. Portanto os homens falam. O sermão é em 1654 e foi pregado no Maranhão e é sobre os peixes e Vieira critica os colonos.»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918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Nomeia dois problemas certos e mostra onde estão: repetição que não acrescenta, «portanto» que não conclui, dois tempos para o mesmo facto, frases juntas só com «e».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 sem repetir e sem deixar dúvida: pelo menos dois pronomes ou expressões equivalentes.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756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6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6605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com pelo menos dois conectores de relação certa (causa, oposição, conclusão) e não deixa nenhum «portanto» sem conclusão.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4208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208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430012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a informação do parágrafo, tira a falsa conclusão e sublinha todas as ligações.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texto prende-se pelo que retoma e pelo que liga.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7: O que prende um 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2 de leitura. O resto do parágrafo do cap. IV, onde a cadeia de ligações continua («ao contrário», «deste escândalo»), uma frase que liga bem e não faz sentido, a coesão temporal (Santo Agostinho no passado, Vieira no presente, a viagem de 1654 contada sem baralhar os tempos) e, no fim, as ligações da nota de 1682.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7: O que prende um texto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