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M4-F06, Dizer é fazer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4, LIÇÃO M4-F06,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Dizer é fazer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«Olhai, peixes.» Não é uma descrição: é uma ordem. Há frases que fazem coisas só por serem ditas.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peixe-voador-188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Peixe-voador, cromolitografia da série Fish from American Waters (Allen &amp; Ginter, 1889, The Met). Domínio público (The Met, Open Access)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M4-F06, Dizer é fazer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Vale a pena dizer a verdade a quem não a quer ouvir?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M4-F06, Dizer é fazer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Atos de fala e modalidade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Atos de fala:</a:t>
            </a:r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assertivo</a:t>
            </a:r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(afirma: «os grandes comem os pequenos»); </a:t>
            </a:r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diretivo</a:t>
            </a:r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(leva o outro a agir: «Olhai, peixes»); </a:t>
            </a:r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compromissivo</a:t>
            </a:r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(compromete quem fala: «Prometo voltar amanhã»); </a:t>
            </a:r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expressivo</a:t>
            </a:r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(exprime um estado: «Oh que boa doutrina era esta…»); </a:t>
            </a:r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declarativo</a:t>
            </a:r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(muda a realidade ao ser dito por quem tem autoridade: «Declaro aberta a sessão»). </a:t>
            </a:r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Modalidade:</a:t>
            </a:r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epistémica</a:t>
            </a:r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(grau de certeza: «talvez», «certamente»); </a:t>
            </a:r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deôntica</a:t>
            </a:r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(obrigação ou permissão: «deves», «podes»); </a:t>
            </a:r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apreciativa</a:t>
            </a:r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(juízo de valor: «infelizmente», «Grande escândalo»).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M4-F06, Dizer é fazer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ato de fala é o que se faz ao dizer: afirmar (assertivo), levar o outro a agir (diretivo), comprometer-se (compromissivo), exprimir um estado (expressivo), mudar o mundo com a palavra (declarativo).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6677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667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676904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«Olhai, peixes» não descreve: é uma ordem, um ato diretivo; «os grandes comem os pequenos» é assertivo.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modalidade marca na frase a certeza, a possibilidade, a obrigação ou a vontade de quem fala.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M4-F06, Dizer é fazer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ENUNCIADO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ATO DE FALA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MODALIDADE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«Olhai, peixes, lá do mar para a terra.»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«Não só vos comeis uns aos outros, mas os grandes comem os pequenos.»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«Dizei-me, voadores, não vos fez Deus peixes?»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«Oh que boa doutrina era esta para a terra, se eu não pregara para o mar!»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«Grande escândalo é este.»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M4-F06, Dizer é fazer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4-f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pedrohfernandes-klk.github.io/​pt/​m4/​licao-m4-f06/​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M4-F06, Dizer é fazer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4-f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pedrohfernandes-klk.github.io/​pt/​m4/​licao-m4-f06/​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M4-F06, Dizer é fazer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Classificar um ato de fala é perguntar o que a frase faz: «Dizei-me, voadores, não vos fez Deus peixes?» tem forma de pergunta, mas é diretivo; «Oh que boa doutrina era esta» exprime (expressivo).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6677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667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67690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modalidade acrescenta a posição de quem fala: «talvez» é epistémica, «devem» é deôntica, «Grande escândalo» é apreciativa.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Transformar o diretivo em assertivo mantém o conteúdo e perde a força: é por isso que Vieira manda, em vez de descrever.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M4-F06, Dizer é fazer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M4-F06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«O que prende um texto»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4-f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pedrohfernandes-klk.github.io/​pt/​m4/​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M4 · Sessão 04 · M4-F06 · Dizer é fazer</dc:title>
  <dc:subject>PptxGenJS Presentation</dc:subject>
  <dc:creator>EPI · Português</dc:creator>
  <cp:lastModifiedBy>EPI · Português</cp:lastModifiedBy>
  <cp:revision>1</cp:revision>
  <dcterms:created xsi:type="dcterms:W3CDTF">2026-10-11T03:02:53Z</dcterms:created>
  <dcterms:modified xsi:type="dcterms:W3CDTF">2026-10-11T03:02:53Z</dcterms:modified>
  <dc:description/>
</cp:coreProperties>
</file>