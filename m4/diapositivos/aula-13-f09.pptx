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que se perde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porque é que Maria, que no ato II exigia a verdade, pede agora à mãe que minta, e o que é a catástrofe.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licao-m4-f09/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que se perde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porque é que Maria, que no ato II exigia a verdade, pede agora à mãe que minta, e o que é a catástrofe.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a cena lida em voz alta em quatro partes,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porque pede Maria à mãe que minta, ela que no ato II exigia a verdade? Com uma citação da cena XI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ágina da primeira edição de Frei Luiz de Sousa, drama: por baixo de PESSOAS, a lista das personagens, a começar por Manuel (Frei Luiz) de Sousa, Dona Magdalena de Vilhena e Dona Maria de Noronha; no fim, o coro de frades e o lugar da cena, Alma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592" y="914400"/>
            <a:ext cx="3128975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Luiz de Sousa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primeira edição, 1844: a lista das pessoas.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que se perde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lista das pessoas da primeira edição, o pai de Maria tem dois nomes. No ato III, na igreja onde ele troca um pelo outro, Maria, que no ato II não perdoava uma meia-verdade, pede à mãe que minta.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pede Maria à mãe que minta, ela que no ato II exigia a verdade toda?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desenho, Maria traz os pais do altar para a boca da cena. Lê as perguntas que ela faz: espera resposta a alguma?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III, CENA XI: MARIA (1 DE 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MARIA, separando-se com eles da outra gente, e trazendo-os para a boca da cena: Esperai: aqui não morre ninguém sem mim. Que quereis fazer? Que cerimónias são estas? Que Deus é esse que está nesse altar, e quer roubar o pai e a mãe a sua filha?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(Para os circunstantes) Vós quem sois, espectros fatais?… quereis-mos tirar dos meus braços?… Esta é a minha mãe, este é o meu pai…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a partir das didascálias das cenas X e XI; as posições são aproximadas.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Deus é esse que está nesse altar, e quer roubar o pai e a mãe a sua filha?»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espera resposta a esta pergunta?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quer saber de que santo é o altar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acusa a cerimónia de lhe roubar os pais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fala sozinha, sem ninguém que a ouça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acusa a cerimónia de lhe roubar os pais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uma interrogação retórica, como as de Vieira aos voadores (aula 4): não espera resposta, afirma. Maria acusa, e «roubar» faz da cerimónia um roubo.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imagina alguém que chega a uma família e lhe fala. Repara onde a frase dessa pessoa fica a meio.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III, CENA XI: MARIA (2 DE 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me importa a mim com o outro? Que morresse ou não, que esteja com os mortos ou com os vivos, que se fique na cova ou que ressuscite agora para me matar?… Mate-me, mate-me, se quer, mas deixe-me este pai, esta mãe, que são meus.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mais do que vir ao meio de uma família e dizer: «Vós não sois marido e mulher?… e esta filha do vosso amor, esta filha criada ao colo de tantas meiguices, de tanta ternura, esta filha é…»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III, cena XI,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conta um sonho de todas as noites. Repara onde se põe a espada do anjo e o que ela separa.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III, CENA XI: MARIA (3 DE 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Mãe, mãe, eu bem o sabia… nunca to disse, mas sabia-o: tinha-mo dito aquele anjo terrível que me aparecia todas as noites para me não deixar dormir… aquele anjo que descia com uma espada de chamas na mão, e a atravessava entre mim e ti, que me arrancava dos teus braços quando eu adormecia neles… que me fazia chorar quando meu pai ia beijar-me no teu colo.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Mãe, mãe, tu não hás de morrer sem mim… Pai, dá cá um pano da tua mortalha… dá cá, eu quero morrer antes que ele venha: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III, cena XI,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«esta filha criada ao colo de tantas meiguices, de tanta ternura, esta filha é…»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deixa Maria esta frase por acabar?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quem é o seu verdadeiro pai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quer dizer a palavra que lhe tira o nome do pai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o fim da frase: ninguém lho contou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quer dizer a palavra que lhe tira o nome do pai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D. João vivo, o casamento dos pais deixa de valer, e Maria passa a ser tida por ilegítima: perde o nome do pai, não o pai. As reticências deixam essa palavra por dizer.</a:t>
            </a:r>
            <a:endParaRPr 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pede uma coisa ao pai e outra à mãe. Prevê: algum dos dois fará o que ela pede?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III, CENA XI: MARIA (4 DE 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(encolhendo-se no hábito do pai) quero-me esconder aqui, antes que venha esse homem do outro mundo dizer-me na minha cara e na tua, aqui diante de toda esta gente: «Essa filha é a filha do crime e do pecado!…» Não sou; dize, meu pai, não sou… dize a essa gente toda, dize que não sou.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(Vai para Madalena) Pobre mãe! tu não podes… coitada!… não tens ânimo… nunca mentiste?… Pois mente agora para salvar a honra de tua filha, para que lhe não tirem o nome de seu pai.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III, cena XI,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MADALENA: Misericórdia, meu Deus!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MARIA: Não queres? Tu também não, pai?Não querem. E eu hei de morrer assim…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ele vem aí…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III, cena XI, o fim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desta resposta, ainda há tempo para salvar Maria?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Ainda há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Já não há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fala a Deus, não à filha. O pai cala-se.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cena XII, o Romeiro manda: «vê se ainda é tempo». Maria: «Já não é tempo…», e cai morta.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CATÁSTROFE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desfecho de uma tragédia: a desgraça anunciada cumpre-se, e já nada a desfaz.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 revelação. «Ninguém» descobre a verdade; a catástrofe é o que essa verdade faz.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AINDA HÁ TEMPO PARA MARIA?,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presságio anuncia, a revelação descobre, a catástrofe cumpre.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a peça da turma é uma tragédia. Qual destes fins é a catástrofe?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irmão chega tarde: a irmã já morreu, como o sonho anunciara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irmão sonha que a ponte cai e acorda a tremer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irmã descobre que o vizinho é o pai que julgava morto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irmão chega tarde: a irmã já morreu, como o sonho anunciara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Chegar tarde é a marca: a desgraça que o sonho anunciava cumpre-se e já nada a desfaz, como no «Já não é tempo…» de Maria, na cena XII.</a:t>
            </a:r>
            <a:endParaRPr lang="en-US" sz="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fosses Madalena, mentias para salvar o nome da filha?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pede ao pai que diga a todos que ela não é «a filha do crime e do pecado», e à mãe: «Pois mente agora para salvar a honra de tua filha». D. João está vivo e «vem aí».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Mentir pela filha?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Maria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«Pois mente agora para salvar a honra de tua filha, para que lhe não tirem o nome de seu pai.» Uma mentira salvava uma filha viva; a verdade, ali, só lhe trazia vergonha.Maria, ato III, cena XI.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não mente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casa, a honra não se defende com mentiras. Manuel não quis dizer que o fogo pegara por acaso: seria «desculpar com a vilania de uma mentira» o que fizera. E Maria, ao ouvir isto, disse: «Meu nobre pai!»Telmo e Maria, ato II, cena I.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já é tarde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a mentira já não serve. Na cena V, o próprio D. João quis que Telmo dissesse que o peregrino era «um impostor», para salvar Madalena «da vergonha». Telmo achou a ideia nobre, mas perguntou: «pode ela aproveitar ainda?» Agora, D. João «vem aí».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perde Maria, se lhe tirarem «o nome de seu pai»?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II, Maria exigia a verdade toda; agora pede uma mentira. Mudou Maria, ou mudou o que ela tem a perder?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pede Maria à mãe que minta, ela que no ato II exigia a verdade toda? Responde em cinco a sete linhas, com uma citação da cena XI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20871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Maria pede e para quê: salvar a honra e «o nome de seu pai».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9342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42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43350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que ela perderia: ser tida por «a filha do crime e do pecado» e ficar sem os pais como seus.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o ato II (a verdade toda exigida a Telmo) e diz o que mudou.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5161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161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525262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a cena XI corretamente, entre aspas.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mudou o que Maria quer: mudou o preço da verdade.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13: O nome que se perde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1 de leitura. O anjo que avisa (o presságio), a interrogação retórica (um cartão «Recorda» com o conceito da aula 4 e a apóstrofe ao lado, e duas perguntas: perguntar, acusar ou chamar; uma pergunta que acusa) e Maria antes e depois. No fim, o cartão extra «O nome do pai».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13: O nome que se perde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