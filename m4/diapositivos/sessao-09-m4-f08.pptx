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M4-F08,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«Ninguém»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peregrino chega vinte anos depois de Alcácer Quibir. Perguntam-lhe quem é. Ele aponta para um retrato e responde com uma palavra só.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garrett-malhoa-188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 (José Malhoa, 1881).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perde quando se perde o nome?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garrett-malhoa-1881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ATO II, CENA I: O RETRATO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— Oh! mas é verdade… vinde cá: (Leva-o diante dos três retratos que estão no fundo; e apontando para o de D. João) de quem é este retrato aqui, Telmo?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TELMO, olha, e vira a cara de repente — Esse é… há de ser… é um da família, destes senhores da casa de Vimioso que aqui estão tantos.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MARIA, ameaçando-o com o dedo — Tu não dizes a verdade, Telmo.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TELMO, quase ofendido — Eu nunca menti, senhora D. Maria de Noronha.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— Mas não diz a verdade toda o senhor Telmo Pais; que é quase o mesmo.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ortografia atualizada, ato II, cena 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garrett-malhoa-1881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ATO II, CENAS XIV–XV: O ROMEIRO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— Português?… cativo da batalha de?… ROMEIRO — De Alcácer-Quibir. MADALENA, espavorida — Meu Deus, meu Deus! Que se não abre a terra debaixo dos meus pés?…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JORGE — Procurai nestes retratos, e dizei-me se algum deles pode ser.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ROMEIRO, sem procurar, e apontando logo para o retrato de D. João — É aquele.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MADALENA, com um grito espantoso — Minha filha, minha filha, minha filha!… (em tom cavo e profundo) Estou… estás… perdidas, desonradas… infames! (Com outro grito do coração) Oh minha filha, minha filha!… (Foge espavorida e neste gritar.)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JORGE — Romeiro, romeiro! quem és tu?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ortografia atualizada, ato II, cenas XIV e XV.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garrett-malhoa-1881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ATO II, CENAS XIV–XV: O ROMEIRO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ROMEIRO, apontando com o bordão para o retrato de D. João de Portugal — Ninguém.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(Frei Jorge cai prostrado no chão, com os braços estendidos, diante da tribuna. O pano desce lentamente.)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ortografia atualizada, ato II, cenas XIV e XV.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Vinte anos depois de Alcácer Quibir, um Romeiro chega à casa; perguntam-lhe quem é e ele aponta para o retrato de D. João e diz «Ninguém».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revelação da tragédia: o primeiro marido está vivo, o casamento de Madalena não vale e Maria perde o nome.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deíticos («este», «aqui», «agora», «eu», «tu») só se entendem na situação: no teatro, apontam para o que está em cena.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DEÍTICO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(PESSOAL, ESPACIAL, TEMPORAL)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«este retrato aqui»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«Tu não dizes»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«É aquele»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«meus pés»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Romeiro diz “Ninguém”»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pedrohfernandes-klk.github.io/​pt/​m4/​licao-m4-f08/​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pedrohfernandes-klk.github.io/​pt/​m4/​licao-m4-f08/​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ATLAS LUSÓFONO (OPCIONAL)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Botelho, Portugal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2001, João Botelho adapta ao cinema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Garrett, e dá ao filme o título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És Tu?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ato II, Maria aponta para «este retrato aqui» e Telmo cala; vinte anos depois de Alcácer Quibir, o Romeiro aponta para o mesmo retrato e responde «Ninguém».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e o gesto dizem juntos o que ninguém quer dizer: D. João está vivo, mas perdeu o lugar, o nome e a casa, e já só existe como imagem.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deíticos, «este», «aqui», «tu», «aquele», só têm sentido em cena: é o teatro a apontar.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M4-F08, «Ninguém»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nome que se perde»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09 · M4-F08 · «Ninguém»</dc:title>
  <dc:subject>PptxGenJS Presentation</dc:subject>
  <dc:creator>EPI · Português</dc:creator>
  <cp:lastModifiedBy>EPI · Português</cp:lastModifiedBy>
  <cp:revision>1</cp:revision>
  <dcterms:created xsi:type="dcterms:W3CDTF">2026-10-11T06:20:57Z</dcterms:created>
  <dcterms:modified xsi:type="dcterms:W3CDTF">2026-10-11T06:20:57Z</dcterms:modified>
  <dc:description/>
</cp:coreProperties>
</file>