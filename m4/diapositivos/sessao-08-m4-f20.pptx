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M4-F20, O que só se vê em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LIÇÃO M4-F20,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só se vê em palco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Leste a peça e imaginaste-a à tua maneira. Agora alguém vai mostrar-te a dela — com luz, corpo e silêncio.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garrett-guglielm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 (Pedro Augusto Guglielmi, 1844).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M4-F20, O que só se vê em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 perde quando se perde o nome?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M4-F20, O que só se vê em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Data, local, companhia e peça: o docente indica-as; escreve-as no caderno. Durante o espetáculo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se usa telemóvel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leva o caderno e um lápis e escreve só no intervalo ou no fim. Escolhe já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personagem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cena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para observar com atenção. Se a peça for </a:t>
            </a:r>
            <a:pPr indent="0" marL="0">
              <a:lnSpc>
                <a:spcPct val="120000"/>
              </a:lnSpc>
              <a:buNone/>
            </a:pPr>
            <a:r>
              <a:rPr lang="en-US" sz="2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 Luís de Sousa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relê antes a cena do incêndio (ato I) e lê a do Romeiro (ato II); se for outra, lê a sinopse e o nome do encenador na folha de sala ou na página do teatro.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M4-F20, O que só se vê em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a peça e ver a peça são duas coisas: em palco há luz, corpo, silêncio, um espaço, uma escolha de encenação.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8602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86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9516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o espetáculo não se usa telemóvel: escolhes uma personagem e uma cena para observar, e escreves no intervalo ou no fim.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notas do caderno de campo são a base da apreciação crítica, a tarefa ligada à visita: descreve só o que comentas e julga com critérios.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M4-F20, O que só se vê em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LEITURA IMAGINEI…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CENA VI…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Espaço e cenário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Luz (que cor e que força tem o fim da tarde, a noite)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personagem escolhida (voz, corpo, figurino)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didascálias: o que o encenador cumpriu e o que mudou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 momento de silêncio ou de som forte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M4-F20, O que só se vê em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«Ilumino a minha casa»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pedrohfernandes-klk.github.io/​pt/​m4/​licao-m4-f20/​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M4-F20, O que só se vê em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pedrohfernandes-klk.github.io/​pt/​m4/​licao-m4-f20/​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M4-F20, O que só se vê em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a peça não é lê-la: em cena há cenografia, figurino, desenho de luz, marcação, e o caderno de campo serve para registar o que viste ao lado do que tinhas imaginado.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apreciação crítica nasce dessas notas: identifica o espetáculo, descreve em duas frases, comenta duas escolhas cénicas e fecha com um juízo que tem uma razão.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Facto, interpretação e opinião não se misturam: a duração confirma-se no relógio, a intenção do encenador lê-se nas opções, a cena mais forte é um juízo.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M4-F20, O que só se vê em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M4-F20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«Ninguém»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4-f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· Sessão 08 · M4-F20 · O que só se vê em palco</dc:title>
  <dc:subject>PptxGenJS Presentation</dc:subject>
  <dc:creator>EPI · Português</dc:creator>
  <cp:lastModifiedBy>EPI · Português</cp:lastModifiedBy>
  <cp:revision>1</cp:revision>
  <dcterms:created xsi:type="dcterms:W3CDTF">2026-10-11T03:02:53Z</dcterms:created>
  <dcterms:modified xsi:type="dcterms:W3CDTF">2026-10-11T03:02:53Z</dcterms:modified>
  <dc:description/>
</cp:coreProperties>
</file>