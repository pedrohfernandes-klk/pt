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4, LIÇÃO M4-F20,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só se vê em palco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Leste a peça e imaginaste-a à tua maneira. Agora alguém vai mostrar-te a dela — com luz, corpo e silêncio.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arrett-guglielm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Almeida Garrett (Pedro Augusto Guglielmi, 1844).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 perde quando se perde o nome?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Data, local, companhia e peça: o docente indica-as; escreve-as no caderno.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Durante o espetáculo não se usa telemóvel: leva o caderno e um lápis e escreve só no intervalo ou no fim. Escolhe já uma personagem e uma cena para observar com atenção. Se a peça for Frei Luís de Sousa, relê antes a cena do incêndio (ato I) e lê a do Romeiro (ato II); se for outra, lê a sinopse e o nome do encenador na folha de sala ou na página do teatro.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10667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 a peça e ver a peça são duas coisas: em palco há luz, corpo, silêncio, um espaço, uma escolha de encenação.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8602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86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9516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o espetáculo não se usa telemóvel: escolhes uma personagem e uma cena para observar, e escreves no intervalo ou no fim.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2097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2097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218940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notas do caderno de campo são a base da apreciação crítica, a tarefa ligada à visita: descreve só o que comentas e julga com critérios.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LEITURA IMAGINEI…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CENA VI…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Espaço e cenário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Luz (que cor e que força tem o fim da tarde, a noite)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personagem escolhida (voz, corpo, figurino)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didascálias: o que o encenador cumpriu e o que mudou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 momento de silêncio ou de som forte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«Ilumino a minha casa»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pedrohfernandes-klk.github.io/​pt/​m4/​licao-m4-f20/​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4-f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pedrohfernandes-klk.github.io/​pt/​m4/​licao-m4-f20/​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a peça não é lê-la: em cena há cenografia, figurino, desenho de luz, marcação, e o caderno de campo serve para registar o que viste ao lado do que tinhas imaginado.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apreciação crítica nasce dessas notas: identifica o espetáculo, descreve em duas frases, comenta duas escolhas cénicas e fecha com um juízo que tem uma razão.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Facto, interpretação e opinião não se misturam: a duração confirma-se no relógio, a intenção do encenador lê-se nas opções, a cena mais forte é um juízo.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M4-F20, O que só se vê em palco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M4-F20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«Ninguém»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4-f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pedrohfernandes-klk.github.io/​pt/​m4/​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M4 · Sessão 08 · M4-F20 · O que só se vê em palco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