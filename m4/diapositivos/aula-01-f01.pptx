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1: PREGAR AOS PEIXES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Perceber porque é que Vieira, como Santo António em Arimino, prega aos peixes, e o que é uma alegoria.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SxDOZL/q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licao-m4-f01/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Perceber porque é que Vieira, como Santo António em Arimino, prega aos peixes, e o que é uma alegoria.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decisão em turma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quatro a seis linhas: porque prega Vieira aos peixes? Com a palavra alegoria e uma citação do texto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Santo António, de hábito de frade e cruz na mão, aponta para a água, onde peixes põem a cabeça de fora. Ao fundo, a cidade e uma multidão na praça; à direita, dois homens observa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1300" y="914400"/>
            <a:ext cx="3029560" cy="4709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6967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Garcia Fernandes, </a:t>
            </a:r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Santo António a pregar aos peixes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c. 1535-1540, MNAA. Domínio público.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santo aponta para a água, e os peixes põem a cabeça de fora. Em 1654, em São Luís do Maranhão, o padre António Vieira conta esta cena num sermão e, três dias depois, embarca às escondidas.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prega Vieira aos peixes, se quem precisa de ouvir são os homens?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perguntas seguidas, Vieira imagina saídas para António. Procura os dois nomes que lhes dá a seguir.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O SANTO QUE NINGUÉM OUVE (1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[1]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Pregava Santo António em Itália na cidade de Arimino, contra os hereges, que nela eram muitos; e como erros de entendimento são dificultosos de arrancar, não só não fazia fruto o Santo, mas chegou o povo a se levantar contra ele, e faltou pouco, para que lhe não tirassem a vida. Que faria neste caso o ânimo generoso do grande António? […] Que faria logo? Retirar-se-ia? Calar-se-ia? Dissimularia? Daria tempo ao tempo? Isso ensinaria porventura a prudência, ou a covardia humana; mas o zelo da glória divina, que ardia naquele peito, não se rendeu a semelhantes partidos.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cap. I, ortografia atualizada.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faria logo? Retirar-se-ia? Calar-se-ia? Dissimularia? Daria tempo ao tempo?»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não escolhe António nenhuma destas saídas?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Seriam prudência ou covardia, e o zelo não se rende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se tinha calado antes, sem resultado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hereges eram poucos e valia a pena esperar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Seriam prudência ou covardia, e o zelo não se rende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perguntas seguidas são retóricas: não esperam resposta, levam quem ouve a pesar cada saída. Retirar-se, calar-se ou dissimular «ensinaria porventura a prudência, ou a covardia humana». Mas o zelo de António «não se rendeu a semelhantes partidos».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 a resposta a «Pois que fez?»: o que António muda e o que fica igual?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O SANTO QUE NINGUÉM OUVE (2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que fez? Mudou somente o púlpito e o auditório, mas não desistiu da doutrina. Deixa as praças, vai-se às praias; deixa a terra, e vai-se ao mar, e começa a dizer a altas vozes:</a:t>
            </a:r>
            <a:endParaRPr lang="en-US" sz="22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[2]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«Já que me não querem ouvir os homens, ouçam-me os peixes». Oh! maravilhas do Altíssimo! Oh! poderes do que criou o mar, e a terra! Começam a ferver as ondas, começam a concorrer os peixes, os grandes, os maiores, os pequenos, e postos todos por sua ordem com as cabeças de fora da água, António pregava, e eles ouviam.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cap. I, ortografia atualizada.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«Mudou somente o púlpito e o auditório, mas não desistiu da doutrina.»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imaginário: a direção ignora as queixas da delegada de turma. Que faria António?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Levar a mesma queixa à assembleia da escola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 que concorda e esperar por melhor altura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Calar-se até ao fim do ano, para evitar problemas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Levar a mesma queixa à assembleia da escola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António «mudou somente o púlpito e o auditório, mas não desistiu da doutrina»: a mensagem fica, muda quem a ouve. Levar a mesma queixa a outro auditório é fazer o mesmo.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ninguém te ouve: calas-te, mudas de auditório ou insistes?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0060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Arimino, o povo quase tirou a vida a Santo António. Em São Luís do Maranhão, em 1654, os colonos não queriam ouvir o padre António Vieira, que defendia os indígenas que eles escravizavam.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OS LADOS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tu, o que farias?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da prudência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Calar-se a tempo pode salvar a vida: em Arimino, «faltou pouco» para matarem António, e um pregador morto já não prega a ninguém. O próprio Vieira admite que retirar-se, calar-se ou dar tempo ao tempo «ensinaria porventura a prudência», ainda que junte logo «ou a covardia humana».Citações de Vieira, no cap. I, antes de contar o que António fez.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90618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António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90618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«Mudou somente o púlpito e o auditório, mas não desistiu da doutrina.» Não se cala nem muda de mensagem: muda quem o ouve, e fala «a altas vozes».Vieira, sobre Santo António em Arimino.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58277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 de quem insiste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58277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objeção possível: os peixes não mudam a cidade. Quem tinha de mudar eram os homens, e esses ficaram na praça. Ir para a praia pode ser uma maneira bonita de desistir: o que custa é falar a quem não quer ouvir.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1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pic>
        <p:nvPicPr>
          <p:cNvPr id="8" name="Image 0" descr="Primeira página do Sermão de Santo António na edição de 1682: o título, «Pregado na cidade de São Luís do Maranhão, ano de 1654», e por baixo uma nota em itálico com duas frases entre parênte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5146" y="1463040"/>
            <a:ext cx="3038989" cy="4160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56967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Sermoens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Vieira, Lisboa, 1682: a primeira página do sermão. Domínio público.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349240" y="1554480"/>
            <a:ext cx="565373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São Luís do Maranhão, em 1654, Vieira fala aos peixes num sermão. Na primeira página impressa, procura o primeiro aviso entre parênteses: como se deve ler o sermão?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2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PERTO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«Este sermão (que todo é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alegórico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)…»: o que se diz aos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peixes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vale para os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homens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 cidade, os colonos que não queriam ouvir Vieira.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3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ALEGORIA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Falar de uma coisa para dizer outra, ponto por ponto, numa imagem que continua. No sermão, os peixes valem pelos homens.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4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uma comparação solta, que junta as duas coisas uma vez e diz «como»: «os colonos são como peixes». Na alegoria, a imagem continua; neste sermão, do princípio ao fim.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à frente, Vieira repreende o peixe-voador, de barbatanas como asas. Lido como alegoria, que homem pode ele ser?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foge de quem o quer apanhar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quer ser mais do que é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defende os indígenas, como Vieira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quer ser mais do que é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sermão «todo é alegórico»: o voador é peixe no que se diz e homem no que se quer dizer. Um peixe com asas quer ser ave: vale por quem, em São Luís, quer ser mais do que é.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VER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Repara numa palavra ou numa imagem que o vídeo associa a Vieira.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pregadores, a mesma saída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pic>
        <p:nvPicPr>
          <p:cNvPr id="9" name="Image 0" descr="/home/user/pt/img/fontes/santo-antonio-garcia-fernandes-ros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8528" y="1828800"/>
            <a:ext cx="1051560" cy="1051560"/>
          </a:xfrm>
          <a:prstGeom prst="ellipse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Santo António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Arimino, em Itália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povo quase o mata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pregar aos peixes</a:t>
            </a:r>
            <a:endParaRPr lang="en-US" sz="2000" dirty="0"/>
          </a:p>
        </p:txBody>
      </p:sp>
      <p:pic>
        <p:nvPicPr>
          <p:cNvPr id="12" name="Image 1" descr="/home/user/pt/img/fontes/vieira-retrato-ros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1828800"/>
            <a:ext cx="1051560" cy="1051560"/>
          </a:xfrm>
          <a:prstGeom prst="ellipse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70168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António Vieira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370168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Luís, em 1654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colonos, que escravizam indígenas, não o ouvem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 aos peixes para os homens ouvirem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1663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faz como o Santo: muda o auditório, não a doutrina.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" y="112471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8" name="Image 0" descr="/tmp/aulas-diap-SxDOZL/qr-1-v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2743200" cy="2743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no Câmara Clara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RTP, 2008, com Isabel Almeida e José Pedro Paiva, 1 min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51960" y="914400"/>
            <a:ext cx="6751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no Câmara Clara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VER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 palavra ou imagem também serve para Santo António?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papel tem cada coisa, na história de António e na de Vieira?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peixes, de cabeça fora de água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defesa dos indígenas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 de São Luís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de Arimino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quer ouvir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muda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auditório novo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de Arimino → Quem não quer ouvir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 de São Luís → Quem não quer ouvir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peixes, de cabeça fora de água → O auditório novo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defesa dos indígenas → O que não muda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homens de Arimino e os colonos de São Luís têm o mesmo papel: não querem ouvir. Os peixes são o auditório novo dos dois pregadores. E a defesa dos indígenas é, em São Luís, a doutrina que não muda.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António vai para a praia, desiste ou continua por outro caminho?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conta Vieira esta história no início do seu próprio sermão?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prega Vieira aos peixes? Responde em quatro a seis linhas, com a palavra alegoria e uma citação do texto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801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pergunta: os colonos de São Luís não o querem ouvir, porque ele defende os indígenas.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4219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19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229100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 Vieira a Santo António em Arimino.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que o sermão é uma alegoria: os peixes valem pelos homens.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230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39512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uma citação do texto, entre aspas, para mostrar o que António muda e o que não muda.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António mudou o auditório, não a doutrina.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4 cartões de pergunta e 2 de leitura. Os peixes em ordem (a segunda parte do texto), alegoria ou comparação num caso da escola, o exórdio (o cap. I como abertura do sermão, com a página de 1682) e ensinar, deleitar e comover (com o vídeo do Ensina RTP, 1 min). No fim, o cartão extra «Ouçam-me os peixes».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SxDOZL/q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1: Pregar a quem não ouve</dc:title>
  <dc:subject>PptxGenJS Presentation</dc:subject>
  <dc:creator>EPI, Português</dc:creator>
  <cp:lastModifiedBy>EPI, Português</cp:lastModifiedBy>
  <cp:revision>1</cp:revision>
  <dcterms:created xsi:type="dcterms:W3CDTF">2026-10-23T21:37:51Z</dcterms:created>
  <dcterms:modified xsi:type="dcterms:W3CDTF">2026-10-23T21:37:51Z</dcterms:modified>
</cp:coreProperties>
</file>