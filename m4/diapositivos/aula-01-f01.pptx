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UNIDADE 1: PREGAR AOS PEIXES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Pregar a quem não ouve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Perceber porque é que Vieira, como Santo António em Arimino, prega aos peixes.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us5k7N/qr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pedrohfernandes-klk.github.io/pt/m4/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licao-m4-f01/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Pregar a quem não ouve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Perceber porque é que Vieira, como Santo António em Arimino, prega aos peixes.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11 cartões, uma conversa em turma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quatro a seis linhas: porque prega Vieira aos peixes? Com uma citação do texto.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286000"/>
            <a:ext cx="0" cy="2026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12264"/>
            <a:ext cx="9174175" cy="117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Luís do Maranhão, 13 de junho de 1654: Vieira prega o </a:t>
            </a:r>
            <a:pPr indent="0" marL="0">
              <a:lnSpc>
                <a:spcPct val="10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</a:t>
            </a:r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e, três dias depois, parte para Lisboa a defender os indígenas.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327507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750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284220"/>
            <a:ext cx="9174175" cy="854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como Santo António em Arimino: «mudou somente o púlpito e o auditório» e diz aos peixes o que os homens recusam ouvir.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4129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29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38676"/>
            <a:ext cx="9174175" cy="854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Partes do sermão: exórdio, louvores, repreensões, peroração. A eloquência quer ensinar, deleitar e comover.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Vídeo: o Sermão de Santo António em um minuto, Ensina RTP (1 min)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CAP. I: O QUE LEVA ANTÓNIO À PRAIA (1 DE 3)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Pregava Santo António em Itália na cidade de Arimino, contra os hereges, que nela eram muitos; e como erros de entendimento são dificultosos de arrancar, não só não fazia fruto o Santo, mas chegou o povo a se levantar contra ele, e faltou pouco, para que lhe não tirassem a vida.Que faria neste caso o ânimo generoso do grande António? Sacudiria o pó dos sapatos, como Cristo aconselha em outro lugar? Mas António com os pés descalços não podia fazer esta protestação; e uns pés, a que se não pegou nada da terra, não tinham que sacudir. Que faria logo? Retirar-se-ia? Calar-se-ia? Dissimularia? Daria tempo ao tempo?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Padre António Vieira,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(1654), ortografia atualizada, cap. I. Vieira conta o que fez Santo António em Rimini, e é isso que ele próprio vai fazer em São Luís.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CAP. I: O QUE LEVA ANTÓNIO À PRAIA (2 DE 3)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Isso ensinaria porventura a prudência, ou a covardia humana; mas o zelo da glória divina, que ardia naquele peito, não se rendeu a semelhantes partidos.Pois que fez? Mudou somente o púlpito e o auditório, mas não desistiu da doutrina. Deixa as praças, vai-se às praias; deixa a terra, e vai-se ao mar, e começa a dizer a altas vozes: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Padre António Vieira,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(1654), ortografia atualizada, cap. I. Vieira conta o que fez Santo António em Rimini, e é isso que ele próprio vai fazer em São Luís.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CAP. I: O QUE LEVA ANTÓNIO À PRAIA (3 DE 3)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«Já que me não querem ouvir os homens, ouçam-me os peixes». Oh! maravilhas do Altíssimo! Oh! poderes do que criou o mar, e a terra! Começam a ferver as ondas, começam a concorrer os peixes, os grandes, os maiores, os pequenos, e postos todos por sua ordem com as cabeças de fora da água, António pregava, e eles ouviam.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Padre António Vieira,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(1654), ortografia atualizada, cap. I. Vieira conta o que fez Santo António em Rimini, e é isso que ele próprio vai fazer em São Luís.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«Que faria neste caso o ânimo generoso do grande António?»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Toca nas três perguntas de uma palavra que dizem o que António podia ter feito.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91840"/>
            <a:ext cx="98142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faria logo? Retirar-se-ia? Calar-se-ia? Dissimularia? Daria tempo ao tempo?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Retirar-se-ia? Calar-se-ia? Dissimularia?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Retirar-se, calar-se, dissimular: as saídas da prudência ou da covardia, que António recusa.</a:t>
            </a:r>
            <a:endParaRPr lang="en-US"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«Que faria logo? Retirar-se-ia? Calar-se-ia? Dissimularia? Daria tempo ao tempo?»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ensinariam as saídas de retirar-se, calar-se ou dissimular?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91840"/>
            <a:ext cx="98142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«Isso ensinaria porventura a (1) ______, ou a (2) ______ humana; mas o zelo da glória divina não se rendeu.»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457200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 doutrina / prudência / caridade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 soberba / coragem / covardia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«Isso ensinaria porventura a </a:t>
            </a:r>
            <a:pPr indent="0" marL="0">
              <a:buNone/>
            </a:pPr>
            <a:r>
              <a:rPr lang="en-US" sz="2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prudência</a:t>
            </a:r>
            <a:pPr indent="0" marL="0">
              <a:buNone/>
            </a:pPr>
            <a:r>
              <a:rPr lang="en-US" sz="2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ou a </a:t>
            </a:r>
            <a:pPr indent="0" marL="0">
              <a:buNone/>
            </a:pPr>
            <a:r>
              <a:rPr lang="en-US" sz="2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covardia</a:t>
            </a:r>
            <a:pPr indent="0" marL="0">
              <a:buNone/>
            </a:pPr>
            <a:r>
              <a:rPr lang="en-US" sz="2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humana; mas o zelo da glória divina não se rendeu.»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 </a:t>
            </a:r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prudência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ou a </a:t>
            </a:r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covardia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humana»: o zelo não se rendeu a esses partidos.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«Deixa as praças, vai-se às praias; deixa a terra, e vai-se ao mar»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mudou Santo António em Arimino, segundo Vieira?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91840"/>
            <a:ext cx="98142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não desistir da doutrina, Santo António mudou somente (1) ______ e (2) ______ e foi pregar à praia.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457200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 a ordem / a cidade / o púlpito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 o sermão / o país / o auditório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não desistir da doutrina, Santo António mudou somente </a:t>
            </a:r>
            <a:pPr indent="0" marL="0">
              <a:buNone/>
            </a:pPr>
            <a:r>
              <a:rPr lang="en-US" sz="2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púlpito</a:t>
            </a:r>
            <a:pPr indent="0" marL="0">
              <a:buNone/>
            </a:pPr>
            <a:r>
              <a:rPr lang="en-US" sz="2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pPr indent="0" marL="0">
              <a:buNone/>
            </a:pPr>
            <a:r>
              <a:rPr lang="en-US" sz="2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auditório</a:t>
            </a:r>
            <a:pPr indent="0" marL="0">
              <a:buNone/>
            </a:pPr>
            <a:r>
              <a:rPr lang="en-US" sz="28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foi pregar à praia.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«Mudou somente o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púlpito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o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auditório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mas não desistiu da doutrina»: deixa as praças, vai às praias.</a:t>
            </a:r>
            <a:endParaRPr lang="en-US" sz="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«Já que me não querem ouvir os homens, ouçam-me os peixes»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episódio que Vieira conta no cap. I, quem diz «Já que me não querem ouvir os homens, ouçam-me os peixes»?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Santo Agostinho, ao pregar aos hereges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Santo António, na praia de Arimino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Cristo, ao falar com os seus pregadores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Santo António, na praia de Arimino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cap. I é </a:t>
            </a:r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Santo António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quem o diz; Vieira conta-o porque vai fazer o mesmo.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António vai para a praia, está a desistir ou a insistir?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Retirar-se, calar-se, dissimular: porque recusa António estas saídas?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conta Vieira esta história no início do seu próprio sermão?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PARALELO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pregadores, a mesma saída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Santo António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998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Arimino, em Itália, prega contra os hereges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povo levanta-se e quase lhe tira a vida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Deixa as praças e vai pregar aos peixes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70168" y="2103120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70168" y="2651760"/>
            <a:ext cx="4998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São Luís do Maranhão, em 1654, prega aos colonos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colonos escravizam os indígenas e não o ouvem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Prega aos peixes e parte para Lisboa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95848" y="2103120"/>
            <a:ext cx="0" cy="28346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1663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«Mudou somente o púlpito e o auditório, mas não desistiu da doutrina»: Vieira faz o que o Santo fez.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Liga cada pormenor ao pregador a que pertence.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Arimino, contra os hereges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Partir às escondidas para Lisboa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Pés descalços, nada a sacudir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Luís do Maranhão, 1654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Santo António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Arimino, contra os hereges → Santo António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Luís do Maranhão, 1654 → Vieira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Pés descalços, nada a sacudir → Santo António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Partir às escondidas para Lisboa → Vieira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Santo António pregou aos peixes em Arimino; Vieira conta-o em São Luís, e faz o mesmo.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prega Vieira aos peixes, em São Luís?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962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partir para Lisboa e despede-se da cidade junto ao mar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colonos escravizam os indígenas e não o querem ouvir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477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77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486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 converter os peixes, que nunca tinham ouvido a doutrina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colonos escravizam os indígenas e não o querem ouvir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colonos escravizavam os indígenas e a Igreja local não os travava: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homens não o querem ouvir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prega Vieira aos peixes? Responde em quatro a seis linhas, com uma citação do texto entre aspas.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70611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568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à pergunta: os homens não o querem ouvir.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399770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9770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006850"/>
            <a:ext cx="9174175" cy="568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 Vieira a Santo António em Arimino.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22960" y="45664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664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75556"/>
            <a:ext cx="9174175" cy="568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 o texto corretamente, entre aspas.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22960" y="513511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3511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144262"/>
            <a:ext cx="9174175" cy="568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que falar aos peixes não é desistir.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«Já que me não querem ouvir os homens, ouçam-me os peixes»: a frase de Santo António que Vieira faz sua.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1: Pregar a quem não ouve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(opcional): 12 cartões sobre o texto, as datas de Vieira e as partes do sermão, e o cartão extra «Ouçam-me os peixes».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us5k7N/qr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4, aula 1: Pregar a quem não ouve</dc:title>
  <dc:subject>PptxGenJS Presentation</dc:subject>
  <dc:creator>EPI, Português</dc:creator>
  <cp:lastModifiedBy>EPI, Português</cp:lastModifiedBy>
  <cp:revision>1</cp:revision>
  <dcterms:created xsi:type="dcterms:W3CDTF">2026-10-23T17:06:39Z</dcterms:created>
  <dcterms:modified xsi:type="dcterms:W3CDTF">2026-10-23T17:06:39Z</dcterms:modified>
</cp:coreProperties>
</file>