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M4-F11, A palavra contra o poder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LIÇÃO M4-F11, UNIDADE 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contra o poder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Vieira prega aos peixes para os homens ouvirem; Manuel, em Garrett, incendeia a casa para não a entregar. Tudo o que leste no módulo, numa só lição.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cicero-catilina-maccari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Cícero denuncia Catilina no Senado (Cesare Maccari, 1889).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M4-F11, A palavra contra o poder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se faz alguém perceber o que não se diz diretamente?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M4-F11, A palavra contra o poder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icero-catilina-maccari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TEXTO A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Oh que boa doutrina era esta para a terra, se eu não pregara para o mar! Com esta última advertência vos despeço, ou me despeço eu de vós, meus peixes.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Padre António Vieira,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ortografia atualizada, cap. VI.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M4-F11, A palavra contra o poder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icero-catilina-maccari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TEXTO B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JORGE — Romeiro, romeiro! quem és tu?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ROMEIRO, apontando com o bordão para o retrato de D. João de Portugal — Ninguém.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ortografia atualizada, ato II, cena XV.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M4-F11, A palavra contra o poder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da prova, Vieira e Garrett lado a lado: Vieira prega aos peixes para os homens ouvirem; em Garrett, Manuel incendeia a casa para não a entregar aos governadores.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Vieira, lembra a estrutura do sermão, a alegoria e os recursos; de Garrett, as personagens, os presságios e a catástrofe.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gramática, lembra os atos de fala, a modalidade, os deíticos, a coesão e a coerência.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M4-F11, A palavra contra o poder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«Os grandes comem os pequenos»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pedrohfernandes-klk.github.io/​pt/​m4/​licao-m4-f11/​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M4-F11, A palavra contra o poder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4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pedrohfernandes-klk.github.io/​pt/​m4/​licao-m4-f11/​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M4-F11, A palavra contra o poder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 textos fazem perceber o que não dizem diretamente: Vieira confessa na peroração que a doutrina era «para a terra», e Garrett faz o Romeiro apontar com o bordão antes de dizer «Ninguém».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gramática, aplica-se o nome à frase: «Olhai, peixes» é um ato diretivo, «aquele» em «É aquele» é um deítico espacial, «talvez» marca a modalidade epistémica.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Facto, inferência, interpretação e opinião separam-se pela prova que cada um exige; no texto final, posição primeiro, um exemplo de cada autor, uma objeção respondida.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M4-F11, A palavra contra o poder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«VERDADE»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ganhou e o que perdeu quem a disse, nestes textos?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M4-F11, A palavra contra o poder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M4-F11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 desafio da unidade 3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4-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pedrohfernandes-klk.github.io/​pt/​m4/​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M4 · Sessão 12 · M4-F11 · A palavra contra o poder</dc:title>
  <dc:subject>PptxGenJS Presentation</dc:subject>
  <dc:creator>EPI · Português</dc:creator>
  <cp:lastModifiedBy>EPI · Português</cp:lastModifiedBy>
  <cp:revision>1</cp:revision>
  <dcterms:created xsi:type="dcterms:W3CDTF">2026-10-11T03:02:53Z</dcterms:created>
  <dcterms:modified xsi:type="dcterms:W3CDTF">2026-10-11T03:02:53Z</dcterms:modified>
  <dc:description/>
</cp:coreProperties>
</file>