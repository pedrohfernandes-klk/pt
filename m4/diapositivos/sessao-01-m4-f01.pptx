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4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M4-F01, Pregar a quem não ouve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LIÇÃO M4-F01,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Pregar a quem não ouve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1654, um pregador decide pregar aos peixes. Não está a brincar — e três dias depois embarca às escondidas para Lisboa.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sermao-168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 aos Peixes, em Sermoens (Lisboa, 1682).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M4-F01, Pregar a quem não ouve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«VERDADE»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quem é que já disseste uma verdade que ninguém queria ouvir?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M4-F01, Pregar a quem não ouve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é que um pregador havia de falar a peixes?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M4-F01, Pregar a quem não ouve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sermao-1682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CAP. I: O QUE LEVA ANTÓNIO À PRAIA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Pregava Santo António em Itália na cidade de Arimino, contra os hereges, que nela eram muitos; e como erros de entendimento são dificultosos de arrancar, não só não fazia fruto o Santo, mas chegou o povo a se levantar contra ele, e faltou pouco, para que lhe não tirassem a vida. Que faria neste caso o ânimo generoso do grande António? Sacudiria o pó dos sapatos, como Cristo aconselha em outro lugar? Mas António com os pés descalços não podia fazer esta protestação; e uns pés, a que se não pegou nada da terra, não tinham que sacudir. Que faria logo? Retirar-se-ia? Calar-se-ia? Dissimularia? Daria tempo ao tempo? Isso ensinaria porventura a prudência, ou a covardia humana; mas o zelo da glória divina, que ardia naquele peito, não se rendeu a semelhantes partidos. Pois que fez? Mudou somente o púlpito e o auditório, mas não desistiu da doutrina. Deixa as praças, vai-se às praias; deixa a terra, e vai-se ao mar, e começa a dizer a altas vozes: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Padre António Vieira,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(1654), ortografia atualizada, cap. I. Vieira conta o que fez Santo António em Rimini, e é isso que ele próprio vai fazer em São Luís.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M4-F01, Pregar a quem não ouve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sermao-1682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CAP. I: O QUE LEVA ANTÓNIO À PRAIA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«Já que me não querem ouvir os homens, ouçam-me os peixes». Oh! maravilhas do Altíssimo! Oh! poderes do que criou o mar, e a terra! Começam a ferver as ondas, começam a concorrer os peixes, os grandes, os maiores, os pequenos, e postos todos por sua ordem com as cabeças de fora da água, António pregava, e eles ouviam.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Padre António Vieira,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(1654), ortografia atualizada, cap. I. Vieira conta o que fez Santo António em Rimini, e é isso que ele próprio vai fazer em São Luís.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M4-F01, Pregar a quem não ouve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António Vieira (Lisboa, 1608 – Bahia, 1697), jesuíta, pregou o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São Luís do Maranhão a 13 de junho de 1654, três dias antes de embarcar para Lisboa, onde ia defender os indígenas.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Prega aos peixes porque os homens não o querem ouvir: os colonos escravizavam os indígenas e a Igreja local não os travava.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sermão tem partes: o exórdio (o começo, com o conceito predicável), o desenvolvimento (louvores e repreensões) e a peroração (o fecho).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M4-F01, Pregar a quem não ouve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PERÍODO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DATAS QUE O PROVAM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i="1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Sermão de Santo António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(1654)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Prisão pela Inquisição (1665–1667)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Proteção papal em Roma (a partir de 1669)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Morte na Bahia (1697)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M4-F01, Pregar a quem não ouve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faz cada exercício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cartão tem um «?» no topo: abre um vídeo curto que mostra como se responde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página «Como se faz» estão todos os vídeos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 o do primeiro cartão antes de começares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como-se-fa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pedrohfernandes-klk.github.io/​pt/​como/​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M4-F01, Pregar a quem não ouve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«Ouçam-me os peixes»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pedrohfernandes-klk.github.io/​pt/​m4/​licao-m4-f01/​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M4-F01, Pregar a quem não ouve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pedrohfernandes-klk.github.io/​pt/​m4/​licao-m4-f01/​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M4-F01, Pregar a quem não ouve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cap. I conta o que Santo António fez em Arimino: diante de hereges que não o ouviam, «mudou somente o púlpito e o auditório», e foi pregar aos peixes.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Vieira repete o gesto em São Luís, em 1654, no período que Azevedo chamou «o missionário»; os nomes dos períodos são leituras do biógrafo, as datas são factos.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explicação para pregar aos peixes precisa de uma prova; a mais direta está no texto: «Já que me não querem ouvir os homens, ouçam-me os peixes».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M4-F01, Pregar a quem não ouve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M4-F01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«O sal e a terra»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4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· Sessão 01 · M4-F01 · Pregar a quem não ouve</dc:title>
  <dc:subject>PptxGenJS Presentation</dc:subject>
  <dc:creator>EPI · Português</dc:creator>
  <cp:lastModifiedBy>EPI · Português</cp:lastModifiedBy>
  <cp:revision>1</cp:revision>
  <dcterms:created xsi:type="dcterms:W3CDTF">2026-10-11T06:20:57Z</dcterms:created>
  <dcterms:modified xsi:type="dcterms:W3CDTF">2026-10-11T06:20:57Z</dcterms:modified>
  <dc:description/>
</cp:coreProperties>
</file>