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sabe o quê?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Distinguir, em três momentos da peça, quem sabe, quem só suspeita ou receia e o que só o público já viu, e perceber o que é a ironia dramática.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licao-m4-f26/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sabe o quê?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Distinguir, em três momentos da peça, quem sabe, quem só suspeita ou receia e o que só o público já viu, e perceber o que é a ironia dramática.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tabela no caderno,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num dos momentos A, B ou C, quem sabe o quê, e o que já viu o público que uma personagem não sabe? Com uma didascália citada entre aspas e uma palavra da aula (ironia dramática, suspeita ou receio).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ágina impressa de 1844 com o título «Frei Luiz de Sousa, drama» e, por baixo de PESSOAS, a lista das personagens: Manuel (Frei Luiz) de Sousa, Dona Magdalena de Vilhena, Dona Maria de Noronha, Frei Jorge-Coutinho, O Romeiro, Telmo-Paes, O Prior de Bemfica, O Irmão Converso, Miranda, O Arcebispo de Lisboa, Dorothe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592" y="914400"/>
            <a:ext cx="3128975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Luiz de Sousa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primeira edição, 1844: a lista das pessoas.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sabe o quê?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lista das pessoas da peça, em 1844, não há nenhum D. João de Portugal: há «O Romeiro». Em cada cena, uns sabem, outros calam, outros não fazem ideia, e tu, no público, às vezes já viste mais.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cada momento, quem sabe o quê, e o que só tu, no público, já viste?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governadores querem instalar-se nesta casa, e Manuel mandou sair a família. Procura o que a didascália te mostra antes de Madalena entrar.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A. AS TOCHAS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(Arrebata duas tochas das mãos dos criados, corre à porta da esquerda, atira com uma para dentro: e vê-se atear logo uma labareda imensa. Vai ao fundo, atira a outra tocha; e sucede o mesmo. Ouve-se alarido de fora.)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MADALENA: Que fazes?… que fizeste? Que é isto, oh meu Deus!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MANUEL, tranquilamente: Ilumino a minha casa para receber os muito poderosos e excelentes senhores governadores destes reinos. Suas excelências podem vir quando quiserem.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I, cenas XI e XII,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«MADALENA: Que fazes?… que fizeste? Que é isto, oh meu Deus!»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sabia do plano de Manuel antes de ver o fogo.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Falso: «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fazes?… que fizeste?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 mostra que não sabia. O público viu as tochas antes dela.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(Arrebata duas tochas […],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atira com uma para dentro: e vê-se atear logo uma labareda imensa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[…])MADALENA: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fazes?… que fizeste?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é isto, oh meu Deus!Garrett,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I, cenas XI e XII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de Madalena perde ou ganha força por já sabermos a resposta?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Perde força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Ganha força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didascália mostra o fogo antes de Madalena entrar: as tochas, «uma labareda imensa». Quem vê a peça assiste a tudo.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chega e pergunta o que nós já vimos. Sabemos a resposta e ela não: cada palavra dela pesa mais.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IRONIA DRAMÁTICA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público sabe o que uma personagem ainda não sabe, e a cena pesa mais por isso.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ironia verbal. Aí quem fala sabe e diz o contrário: «Belo dia!», à chuva.Não é surpresa. Na surpresa, o público descobre ao mesmo tempo que a personagem.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VIU O FOGO PRIMEIRO?,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Pergunta: o que já vi eu que ela ainda não viu?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série inventada, em qual destas cenas há ironia dramática?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heroína esconde a carta, e tu não sabes onde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Viste o irmão esconder a carta, e a mãe procura-a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último episódio, descobres com a heroína quem escondeu a carta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Viste o irmão esconder a carta, e a mãe procura-a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viste esconder a carta; a mãe não. Cada passo dela pela casa pesa mais porque sabes a resposta, como a pergunta de Madalena com o fogo já à vista.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MARIA: […] ([…] apontando para o de D. João) de quem é este retrato aqui, Telmo?TELMO,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olha, e vira a cara de repente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Esse é… há de ser… […]MARIA, ameaçando-o com o dedo: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não dizes a verdade, Telmo.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O retrato: 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II, cena I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acusar, Maria sabe de quem é o retrato?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Sabe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Desconfia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só tem sinais: Telmo «vira a cara de repente» e hesita. O nome está na didascália, para quem lê.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esses sinais, acusa: «Tu não dizes a verdade». Tem uma hipótese firme, mas ainda nenhuma prova.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SUSPEITA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hipótese sobre o que se passa, apoiada em sinais, mas ainda sem prova.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certeza. A certeza tem prova: na cena II, Manuel diz «Aquele era D. João de Portugal».Não é receio. Receio é só medo, sem hipótese; Maria tem uma.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MARIA SABE DE QUEM É O RETRATO?,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Pergunta: tem prova, tem sinais, ou só tem medo?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desapareceu o telemóvel do Tiago. Certeza, suspeita ou receio?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Tiago diz que foi o Rui: corou quando lhe perguntaram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Ana viu o Rui tirá-lo da mochila do Tiago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Rita aponta o Rui, que saiu da sala sozinho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Inês deixa o dela em casa, não vá desaparecer também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certeza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suspeita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Ana viu o Rui tirá-lo da mochila do Tiago → certeza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Tiago diz que foi o Rui: corou quando lhe perguntaram → suspeita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Inês deixa o dela em casa, não vá desaparecer também → receio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Rita aponta o Rui, que saiu da sala sozinho → suspeita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Ana viu: tem prova, é certeza. O Tiago e a Rita têm sinais (corou, saiu sozinho) e nenhuma prova: suspeitam, como Maria, mesmo quando afirmam. A Inês não aponta ninguém: só teme o que pode vir, é receio.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pintura, diante de duas pessoas, o velho aponta para os retratos; no corte […], o Romeiro diz «É aquele», e Madalena foge. Procura quem resta na sala quando se ouve «Ninguém».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C. O ROMEIRO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MADALENA: Português?… cativo da batalha de?…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ROMEIRO: De Alcácer-Quibir.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MADALENA, espavorida: Meu Deus, meu Deus! Que se não abre a terra debaixo dos meus pés?…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 JORGE: Romeiro, romeiro! quem és tu?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ROMEIRO, apontando com o bordão para o retrato de D. João de Portugal: Ninguém.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II, cenas XIV e XV, ortografia atualizada; cortes marcados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«JORGE: Romeiro, romeiro! quem és tu?»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III, Jorge conta que Madalena supõe D. João «na Palestina talvez». O que sabes tu, e ela não?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Romeiro é o próprio D. João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Romeiro inventou o recado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D. João morreu em Alcácer-Quibir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Romeiro é o próprio D. João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 diz que Madalena «sabe que D. João está vivo, mas não sabe aonde». O público ouviu «Ninguém» e viu o bordão apontado ao retrato: sabe que o Romeiro é D. João.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fosses Garrett, dizias logo ao público quem é o Romeiro?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lista das pessoas, Garrett escreve «O Romeiro», e não D. João de Portugal. Só no fim do ato II o Romeiro aponta para o retrato de D. João, «É aquele», e responde a Jorge: «Ninguém».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tu, no lugar de Garrett?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esconde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o nome, o público descobre com Jorge, que pergunta «Romeiro, romeiro! quem és tu?». A resposta, «Ninguém», apanha os dois ao mesmo tempo: é a surpresa, e ninguém na plateia sabe mais do que Jorge.Jorge e o Romeiro, ato II, cena XV.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da ironia dramática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público soubesse, o recado a Madalena pesaria mais: «um homem que muito bem lhe quis… aqui está vivo… por seu mal…». Ela ouviria um recado; nós veríamos o próprio homem a falar de si.O Romeiro a Madalena, ato II, cena XIV.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o público adivinha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a lista esconde pouco. Antes do recado, o Romeiro diz que os parentes «contaram com a minha morte» e «hão de jurar que me não conhecem». Quem ouve com atenção já desconfia antes de «Ninguém».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fosses Garrett, dizias logo ao público quem é o Romeiro, ou escondias até «Ninguém»?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acusa Telmo só com sinais. Fez bem em acusar, ou devia esperar por uma prova?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qual dos momentos o público sabe mais do que as personagens, e em qual já sabe o mesmo que elas?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ouvir «De Alcácer-Quibir», Madalena fica «espavorida». Nesse instante, só receia, ou já suspeita?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 momento: A (as tochas), B (o retrato) ou C (o Romeiro). Quem sabe o quê, e o que já viu o público que uma personagem não sabe? Responde em cinco a sete linhas, com uma didascália citada entre aspas e uma palavra da aula: ironia dramática, suspeita ou receio.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28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 o momento (o ato, ou o que se passa) e nomeia as personagens que contam.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 quem sabe de quem só suspeita, receia ou não sabe, com uma palavra do texto que o mostre.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29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29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39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o público vê (ou quem lê a peça lê) e a personagem não tem: a ironia dramática.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357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5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366512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corretamente, entre aspas, uma didascália e diz que é uma didascália.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cada cena, pergunta: quem sabe, quem só suspeita, e o que já viste tu que eles não viram?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14: Quem sabe o quê?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2 de leitura. A ironia de Manuel (porque é irónica a fala das tochas), o «eu sabia» de Maria na cena II (suspeita ou certeza), o retrato inteiro (ato II, cena I, com uma pintura de D. Sebastião, de Cristóvão de Morais) e quem já sabe a resposta à pergunta de Maria, e o pedido de Maria no ato III, da verdade toda à mentira. A lição não tem vídeo nem cartão extra.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14: Quem sabe o quê?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