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M4-F14, Trinta dias no abrigo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4, LIÇÃO M4-F14, UNIDADE 3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Trinta dias no abrigo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Trinta dias fechados num abrigo, sem uma única regra. Tens dois minutos para convencer o grupo da regra que faz falta — e no fim vota-se.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sao-bento-sessoes-190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Sala das sessões da Câmara dos Deputados, São Bento (fotografia de José Artur Leitão Bárcia, 1909).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M4-F14, Trinta dias no abrigo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se defende uma regra em dois minutos?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M4-F14, Trinta dias no abrigo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sao-bento-sessoes-1909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UM DISCURSO PARA DESMONTAR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haverá, contudo, provação que possa abater-nos ou humilhar-nos, se, com firme hombridade, pusermos abnegadamente, como nos cumpre, o dever coletivo, que é também o interesse comum, da defesa interna e externa da Nação acima de todas as nossas disputas e contenções divisórias. Comprovemos bem alto o nosso civismo, para que deste penoso lance de ansiedade e de sacrifícios saiamos moralmente robustecidos para melhor prosseguirmos, sem o mínimo desdouro, a realização, tão contraminada pela reacionária decadência monárquica, do destino inconfundível que a história traçou ao povo heroico, que, colocado na vanguarda da Europa, teve o arrojo imortal de ir, à sua frente, implantar pelo mundo inteiro a definitiva hegemonia da sua civilização.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Bernardino Machado, discurso de tomada de posse como Presidente da República (5 de outubro de 1915), grafia atualizada. A Europa estava em guerra há um ano.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M4-F14, Trinta dias no abrigo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grupo ficou fechado num abrigo trinta dias, sem regras; tens dois minutos para convencer o grupo a adotar a regra que falta, e no fim vota-se.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discurso tem peças: a tese, dois argumentos com exemplo, a objeção e a refutação, o apelo final; convence-se pela razão, pela credibilidade e pela emoção.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Ouve-se primeiro um discurso político a sério (uma tomada de posse) para ver as peças a funcionar; depois escreves o teu, na oficina.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M4-F14, Trinta dias no abrigo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PEÇA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ENCONTREI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EXPRESSÃO DO TEXTO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 argumento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dificuldade que reconhece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Apelo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pesa mais: razão, credibilidade ou emoção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M4-F14, Trinta dias no abrigo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situação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grupo ficou fechado num abrigo durante trinta dias. Há comida, água e espaço, mas não há regras. Cada um tem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dois minutos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para propor ao grupo a regra mais importante da comunidade e convencê-lo a aprová-la. No fim, vota-se. (Sem pessoas reais; nenhuma proposta pode excluir ou humilhar alguém.)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M4-F14, Trinta dias no abrigo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88290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8" name="Image 0" descr="/home/user/epi-portugues-fontes/_interno/biblioteca-imagens/qr/licao-m4-f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pedrohfernandes-klk.github.io/​pt/​m4/​licao-m4-f14/​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M4-F14, Trinta dias no abrigo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4-f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pedrohfernandes-klk.github.io/​pt/​m4/​licao-m4-f14/​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M4-F14, Trinta dias no abrigo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9055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Desmontar o discurso de Bernardino Machado mostra as peças a funcionar: a tese («acima de todas as nossas disputas»), o argumento (dever coletivo e interesse comum), a dificuldade reconhecida e o apelo («Comprovemos bem alto o nosso civismo»).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400862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40086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4017772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Convence sobretudo pela emoção e pelo orgulho, com poucas provas: é um aviso para o teu discurso.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abrigo, a regra cabe numa frase, cada argumento leva um exemplo, a objeção mais forte tem resposta, e nada do que se diz exclui alguém.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M4-F14, Trinta dias no abrigo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M4-F14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651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651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74340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«A palavra contra o poder»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4-f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M4 · Sessão 11 · M4-F14 · Trinta dias no abrigo</dc:title>
  <dc:subject>PptxGenJS Presentation</dc:subject>
  <dc:creator>EPI · Português</dc:creator>
  <cp:lastModifiedBy>EPI · Português</cp:lastModifiedBy>
  <cp:revision>1</cp:revision>
  <dcterms:created xsi:type="dcterms:W3CDTF">2026-10-11T03:02:53Z</dcterms:created>
  <dcterms:modified xsi:type="dcterms:W3CDTF">2026-10-11T03:02:53Z</dcterms:modified>
  <dc:description/>
</cp:coreProperties>
</file>