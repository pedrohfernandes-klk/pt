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media/image-6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M2-F02,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Inês, como panela sem asa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 está fechada em casa a bordar e detesta cada ponto. Diz que é como uma panela sem asa.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onvento-de-cristo-toma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Convento de Cristo, Tomar (fotografia de Ingo Mehling, 2022).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quer Inês, e quem quer por ela?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onvento-de-cristo-toma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INÊS, SOZINHA A LAVRAR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Renego deste lavrar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do primeiro que o usou;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Ó diabo que o eu dou,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tão mau é d'aturar.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Oh Jesu! que enfadamento,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que raiva, e que tormento,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cegueira, e que canseira!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 hei-de buscar maneira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D'algum outro aviamento.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Farsa de Inês Pereira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(1523), cena inicial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onvento-de-cristo-toma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INÊS, SOZINHA A LAVRAR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Coitada, assi hei-de estar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Encerrada nesta casa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Inês, como panela sem asa,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sempre está num lugar?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assi hão-de ser logrados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Dous dias amargurados,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eu possa durar viva?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assim hei-de estar cativa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poder de desfiados?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Farsa de Inês Pereira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(1523), cena inicial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onvento-de-cristo-toma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CHEGA A MÃE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Rubrica: Vem a Mãe, e não na achando lavrando, diz: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Mãe: Logo eu adivinhei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Lá na missa onde eu estava,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 minha Inês lavrava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tarefa que lhe eu dei...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Acaba esse travesseiro!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Hui! Nasceu-te algum unheiro?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 cuidas que é dia santo?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Praza a Deos que algum quebranto?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 tire do cativeiro.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Mãe: Toda tu estás aquela!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Choram-te os filhos por pão?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Prouvesse a Deus! Que já é razão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Farsa de Inês Pereira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(1523)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onvento-de-cristo-tomar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CHEGA A MÃE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eu não estar tão singela.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Mãe: Olhade ali o mau pesar...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queres tu casar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 fama de preguiçosa?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Mas eu, mãe, sam aguçosa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vós dais-vos de vagar.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Mãe: Ora espera assi, vejamos.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Inês: Quem já visse esse prazer!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Mãe: Cal'-te, que poderá ser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«ame a Páscoa vêm os Ramos».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te apresses tu, Inês.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«Maior é o ano que o mês»: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te não precatares,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Virão maridos a pares,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filhos de três em três.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Gil Vicente,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Farsa de Inês Pereira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(1523) (grafia da edição).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cena inicial da farsa, Inês está fechada em casa a lavrar, detesta cada ponto e discute com a Mãe, que lhe responde com provérbios.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monólogo caracteriza Inês pelas imagens que ela usa de si: a panela sem asa, a coruja e o caramujo, a bugia a quem dão licença de estar à janela.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Vais reconhecer comparação, metáfora, enumeração, antítese e interrogação retórica nos versos, e distinguir facto, inferência e opinião sobre Inês.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VERSO(S)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«Inês, como panela sem asa, / Que sempre está num lugar?»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«que enfadamento, / E que raiva, e que tormento»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«Sam eu coruja ou corujo, / Ou sam algum caramujo»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«Todas vêm e todas vão / Onde querem, senão eu.»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imagem de Inês tem o seu recurso: comparação na «panela sem asa», metáfora na «coruja» e no «caramujo», quase sempre em interrogações retóricas que não esperam resposta.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233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33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243072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enumeração «que raiva, e que tormento» e a antítese «Todas vêm e todas vão / Onde querem, senão eu» dão a medida do tédio e do isolamento de quem só sai «à porta».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Mãe responde com provérbios («Maior é o ano que o mês») e com uma opinião, «fama de preguiçosa», que Inês contesta: na leitura, facto, inferência e opinião não se misturam.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M2-F02, Inês, como panela sem asa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«Orações em cena»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02 · M2-F02 · Inês, como panela sem asa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