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2, LIÇÃO M2-F09,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Asno ou cavalo, hoje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farsa passada para 2026, num vídeo de três a cinco minutos. Os casamenteiros podem ser uma aplicação; o provérbio fica.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d-joao-iii-anthonis-mor-155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João III (Anthonis Mor, 1552).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seriam hoje o «asno que me leve» e o «cavalo que me derrube»?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grupo, recontem a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Farsa de Inês Pereira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num vídeo de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 5 minutos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passado hoje. Conservem a estrutura (dois pretendentes, escolha, castigo, segunda escolha) e o provérbio. Mudem o resto. Na apresentação oral de 5 minutos, expliquem as vossas escolhas e a fidelidade à farsa.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um assina a cena que escreveu: é a etapa 2 do Projeto do ano, «Quem escolhe por ti».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grupo, recontam a farsa nos dias de hoje, num vídeo de três a cinco minutos, e apresentam-no oralmente em cinco minutos: é a segunda tarefa de avaliação, também de 25 por cento.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323392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233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243072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recontagem conserva a estrutura (dois pretendentes, escolha, castigo, segunda escolha) e o provérbio; tudo o resto muda, e cada momento da farsa precisa de um equivalente de hoje.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Vais mapear a farsa cena a cena, propor três pares de asno e cavalo de hoje e cumprir a encomenda do teu curso com as regras de produção.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FARSA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NOSSA VERSÃO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Inês a lavrar, fechada em casa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carta e as pêras de Pêro Marques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casamenteiros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Escudeiro que fala e tange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janelas pregadas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produção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Autorização de quem aparece no vídeo: nada de imagens de pessoas sem consentimento. Música original ou livre de direitos, com créditos.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Nenhuma cena de violência explícita: a prisão de Inês sugere-se, não se mostra. Todos os elementos do grupo com função registada.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«Ouve como ele fala»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pedrohfernandes-klk.github.io/​pt/​m2/​licao-m2-f09/​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pedrohfernandes-klk.github.io/​pt/​m2/​licao-m2-f09/​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57149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mapa, cada momento da farsa ganha um equivalente de hoje com a mesma função, como os casamenteiros que passam a aplicação e a carta que passa a mensagem; o momento sem equivalente fica «cortado», com o que se perde.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354380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543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552952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par asno e cavalo pode ser um emprego, uma escola ou uma cidade: o que importa é o conflito, como no modelo do «estágio de sonho, sem horário nem contrato» que acaba mal.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" y="467461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674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683760"/>
            <a:ext cx="9174175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regras de produção (autorizações, música livre de direitos, a prisão de Inês sugerida e não mostrada, funções registadas) e o roteiro oral de cinco minutos em quatro passos contam para a avaliação.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M2-F09, Asno ou cavalo,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M2-F09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 que a farsa ensinou»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2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Sessão 07 · M2-F09 · Asno ou cavalo, hoje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