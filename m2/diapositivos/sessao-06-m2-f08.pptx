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M2-F08, Quem é, afinal, Inês Pereira?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2, LIÇÃO M2-F08,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é, afinal, Inês Pereira?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Vítima, calculista, ou as duas coisas? Vais escrever uma apreciação crítica e defender a tua leitura.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convento-de-cristo-toma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Convento de Cristo, Tomar (fotografia de Ingo Mehling, 2022). CC BY-SA 4.0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M2-F08, Quem é, afinal, Inês Pereira?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Escolher a frio é escolher melhor?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M2-F08, Quem é, afinal, Inês Pereira?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encomenda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Escreve uma apreciação crítica (180–240 palavras) sobre Inês Pereira: descreve a personagem e a sua evolução e dá um juízo fundamentado. Podes partir da leitura ou da encenação vista na visita de estudo. É a etapa 2 do Projeto do ano, «Quem escolhe por ti», com o estudo que fazes nesse projeto: a cena que assinas, as três fontes, o teu curso. Escreve o rascunho na aula; a versão final, assinada, vai para o portefólio.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M2-F08, Quem é, afinal, Inês Pereira?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é a tarefa de avaliação que vale 25 por cento do módulo: uma apreciação crítica de 180 a 240 palavras sobre Inês Pereira, a personagem que escolhe duas vezes.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apreciação crítica tem cinco partes: identifica a obra e a personagem, descreve Inês no início, descreve a mudança, aprecia com citações e fecha com um juízo.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Vais escrever três teses antes de escolher uma, juntar duas citações que a provem e rever o texto em voz alta antes de o assinar.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M2-F08, Quem é, afinal, Inês Pereira?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FAZ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MINHAS NOTAS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Introdução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Identifica a obra, o autor, a data e o objeto (a personagem)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Desenvolvimento 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Descreve: quem é Inês no início, o que quer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Desenvolvimento 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Descreve a mudança: casamento, prisão, desfecho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Desenvolvimento 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Aprecia: juízo com argumentos e citações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Conclusão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Síntese e juízo final; atualidade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M2-F08, Quem é, afinal, Inês Pereira?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«Inês, como panela sem asa»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2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pedrohfernandes-klk.github.io/​pt/​m2/​licao-m2-f08/​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M2-F08, Quem é, afinal, Inês Pereira?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2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pedrohfernandes-klk.github.io/​pt/​m2/​licao-m2-f08/​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M2-F08, Quem é, afinal, Inês Pereira?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plano passa a texto parte a parte: a primeira frase junta a obra, o autor, a data e a personagem, e o fecho mostra o que a escolha de Inês diz a quem tem a tua idade.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tese vem antes das provas: escolhes uma das três que escreveste e sustentas com duas citações identificadas, como «Coitada, assi hei-de estar / Encerrada nesta casa» (Inês, cena inicial).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juízo faz-se com modalização apreciativa, adjetivos, advérbios e verbos de opinião, em registo formal, entre 180 e 240 palavras lidas em voz alta antes de assinar.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M2-F08, Quem é, afinal, Inês Pereira?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M2-F08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«Asno ou cavalo, hoje»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2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· Sessão 06 · M2-F08 · Quem é, afinal, Inês Pereira?</dc:title>
  <dc:subject>PptxGenJS Presentation</dc:subject>
  <dc:creator>EPI · Português</dc:creator>
  <cp:lastModifiedBy>EPI · Português</cp:lastModifiedBy>
  <cp:revision>1</cp:revision>
  <dcterms:created xsi:type="dcterms:W3CDTF">2026-10-10T20:31:13Z</dcterms:created>
  <dcterms:modified xsi:type="dcterms:W3CDTF">2026-10-10T20:31:13Z</dcterms:modified>
  <dc:description/>
</cp:coreProperties>
</file>