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M2-F07, Orações em cena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2, LIÇÃO M2-F07,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Orações em cena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«Já vos preguei as janelas, por que não vos ponhais nelas.» Os versos da farsa estão cheios de orações: vais analisá-las em três passos e dar nome a cada uma.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d-joao-iii-anthonis-mor-155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João III (Anthonis Mor, 1552).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M2-F07, Orações em cena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sabes onde acaba uma oração e começa a seguinte?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M2-F07, Orações em cena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Coordenadas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Coordenadas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(as orações ligam-se sem que nenhuma esteja dentro da outra): copulativas (e, nem), adversativas (mas; também porém, contudo, todavia, que são advérbios de ligação), disjuntivas (ou), conclusivas (logo; também portanto e por isso, advérbios de ligação), explicativas (pois, que).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M2-F07, Orações em cena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versos das cenas que leste, da Mãe ao Escudeiro, estão cheios de orações; nesta lição analisas cada frase em três passos e dás nome a cada oração.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coordenadas ligam-se de igual para igual (copulativas, adversativas, disjuntivas, conclusivas, explicativas); as subordinadas ocupam um lugar dentro de outra oração: substantivas, adjetivas relativas e adverbiais.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Vais classificar orações a partir do conector e do verbo, juntar frases com uma subordinada e reconhecer prefixos e sufixos em palavras como «enfadamento».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M2-F07, Orações em cena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VERSO(S)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ORAÇÃO (COPIADA)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«Cal'-te, </a:t>
                      </a:r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 poderá ser / Que “ame a Páscoa vêm os Ramos”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«Sei bem ler / </a:t>
                      </a:r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muito bem escrever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«Praza a Deos </a:t>
                      </a:r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 algum quebranto / Me tire do cativeiro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«Se esta senhora é tal / </a:t>
                      </a:r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os Judeus ma gabaram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</a:t>
                      </a:r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vos eu vejo cantar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Eu vos farei assoviar»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M2-F07, Orações em cena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Subordinadas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Subordinadas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(uma ocupa um lugar dentro da outra):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substantivas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completivas (que, se) ou relativas sem antecedente;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adjetivas relativas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restritivas ou explicativas;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adverbiais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causais (porque), temporais (quando), condicionais (se), finais (para que), concessivas (embora), consecutivas (tão… que), comparativas (como).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M2-F07, Orações em cena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2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pedrohfernandes-klk.github.io/​pt/​m2/​licao-m2-f07/​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M2-F07, Orações em cena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2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pedrohfernandes-klk.github.io/​pt/​m2/​licao-m2-f07/​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M2-F07, Orações em cena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8813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44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Classificar uma oração é um processo em três passos (verbos, conector, lugar); «que» tanto pode ser coordenada explicativa («Cal'-te, que poderá ser») como subordinada completiva («Praza a Deos que algum quebranto / Me tire»).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2960" y="354380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543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552952"/>
            <a:ext cx="9174175" cy="144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adverbiais dão a circunstância: condição em «Se vos eu vejo cantar», finalidade em «Por que não vos ponhais nelas», causa em «Porque o homem sesudo / Traz a mulher sopeada»; «e» liga de igual para igual em «Sei bem ler / E muito bem escrever».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22960" y="49844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984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93640"/>
            <a:ext cx="9174175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palavras da farsa, o afixo antes da base é prefixo (re- + negar) e depois da base é sufixo (enfadar + -mento, cativo + -eiro): a sufixação cria nomes de ação, estado ou lugar.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M2-F07, Orações em cena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M2-F07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«Quero asno que me leve»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2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· Sessão 03 · M2-F07 · Orações em cena</dc:title>
  <dc:subject>PptxGenJS Presentation</dc:subject>
  <dc:creator>EPI · Português</dc:creator>
  <cp:lastModifiedBy>EPI · Português</cp:lastModifiedBy>
  <cp:revision>1</cp:revision>
  <dcterms:created xsi:type="dcterms:W3CDTF">2026-10-11T03:02:52Z</dcterms:created>
  <dcterms:modified xsi:type="dcterms:W3CDTF">2026-10-11T03:02:52Z</dcterms:modified>
  <dc:description/>
</cp:coreProperties>
</file>