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4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M2-F01, Deram-lhe um provérbio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2, LIÇÃO M2-F01,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Deram-lhe um provérbio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1523 deram a Gil Vicente um provérbio e disseram-lhe: faz uma peça disto. Vais ver o que ele fez.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gil-vicente-copilacam-156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Copilaçam de todalas obras de Gil Vicente (Lisboa, 1562), frontispício.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M2-F01, Deram-lhe um provérbio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DO MÓDULO, «ESCOLHA»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escolhe por ti, e desde quando?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M2-F01, Deram-lhe um provérbio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se transforma um provérbio numa hora de teatro?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M2-F01, Deram-lhe um provérbio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gil-vicente-copilacam-1562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RUBRICA INICIAL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seguinte farsa de folgar foi representada ao muito alto e mui poderoso rei D. João, o terceiro do nome em Portugal, no seu Convento de Tomar, era do Senhor de MDXXIII. O seu argumento é que porquanto duvidavam certos homens de bom saber se o Autor fazia de si mesmo estas obras, ou se furtava de outros autores, lhe deram este tema sobre que fizesse: segundo um exemplo comum que dizem: mais quero asno que me leve que cavalo que me derrube. E sobre este motivo se fez esta farsa.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 Vicente, Farsa de Inês Pereira (1523) (grafia da edição).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M2-F01, Deram-lhe um provérbio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gil-vicente-copilacam-1562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RUBRICA INICIAL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A[s] figuras são as seguintes: Inês Pereira; sua Mãe; Lianor Vaz; Pêro Marques; dous Judeus (um chamado Latão, outro Vidal); um Escudeiro com um seu Moço; um Ermitão; Luzia e Fernando.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 Vicente, Farsa de Inês Pereira (1523) (grafia da edição).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M2-F01, Deram-lhe um provérbio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1523, no Convento de Tomar, perante D. João III, deram a Gil Vicente um provérbio como tema e pediram-lhe uma farsa: é o que conta a rubrica inicial.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rubrica e a lista de figuras mostram as camadas do texto dramático: texto principal (as falas, o aparte) e texto secundário (as didascálias, que dizem quem entra e como vem vestido).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saber o que é uma farsa de folgar e quem são as figuras e os tipos sociais; e levas uma pergunta: como é que um ditado se transforma em ação?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M2-F01, Deram-lhe um provérbio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611655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PERGUNTA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RESPOSTA (COM PALAVRAS DO TEXTO)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Quando e onde foi representada?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Perante quem?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Porque foi escrita?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 é o tema dado?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Quantas figuras há? Quais são tipos sociais?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M2-F01, Deram-lhe um provérbio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faz cada exercício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cartão tem um «?» no topo: abre um vídeo curto que mostra como se responde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página «Como se faz» estão todos os vídeos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Vê o do primeiro cartão antes de começares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como-se-fa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pedrohfernandes-klk.github.io/​pt/​como/​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M2-F01, Deram-lhe um provérbio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88290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8" name="Image 0" descr="/home/user/epi-portugues-fontes/_interno/biblioteca-imagens/qr/licao-m2-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pedrohfernandes-klk.github.io/​pt/​m2/​licao-m2-f01/​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M2-F01, Deram-lhe um provérbio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2-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pedrohfernandes-klk.github.io/​pt/​m2/​licao-m2-f01/​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M2-F01, Deram-lhe um provérbio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57149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rubrica inicial é texto secundário e conta a encomenda: em 1523, em Tomar, deram ao Autor um «exemplo comum» para provar que não «furtava de outros autores».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22960" y="323392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233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243072"/>
            <a:ext cx="9174175" cy="144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provérbio «mais quero asno que me leve que cavalo que me derrube» é o tema da farsa de folgar, e a lista de figuras já anuncia os tipos sociais: o lavrador rico, o escudeiro pobre, a alcoviteira, o ermitão.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22960" y="467461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674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683760"/>
            <a:ext cx="9174175" cy="144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Distingues as camadas do texto dramático pela função: as falas (diálogo, monólogo, aparte) são texto principal; rubricas como «Vem a Mãe» ou «Aqui vem Pêro Marques, vestido como filho de lavrador rico» são texto secundário.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M2-F01, Deram-lhe um provérbio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M2-F01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651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651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74340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«Inês, como panela sem asa»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2-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· Sessão 01 · M2-F01 · Deram-lhe um provérbio</dc:title>
  <dc:subject>PptxGenJS Presentation</dc:subject>
  <dc:creator>EPI · Português</dc:creator>
  <cp:lastModifiedBy>EPI · Português</cp:lastModifiedBy>
  <cp:revision>1</cp:revision>
  <dcterms:created xsi:type="dcterms:W3CDTF">2026-10-10T20:31:13Z</dcterms:created>
  <dcterms:modified xsi:type="dcterms:W3CDTF">2026-10-10T20:31:13Z</dcterms:modified>
  <dc:description/>
</cp:coreProperties>
</file>