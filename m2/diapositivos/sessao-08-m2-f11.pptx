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M2-F11,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farsa ensinou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o que a farsa te ensinou, numa só lição: o género, as personagens, os recursos, as orações.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Trajes de portugueses, Trachtenbuch (Christoph Weiditz, década de 1530).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da prova, que duas coisas concretas precisas de rever?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DUAS FALAS QUE AINDA NÃO LESTE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Lianor: Eu vos trago um bom marido,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Rico, honrado, conhecido.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 que em camisa vos quer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rezaré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gran devocion y fé,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Dios os libre d'engaño,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esso me hizo ermitaño,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Farsa de Inês Pereira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(1523) (cena de Lianor Vaz; cena do Ermitão, em castelhano).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esta lição reúne o que a farsa ensinou: o género dramático, as personagens-tipo, os recursos expressivos e as orações.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falas que ainda não leste, de Lianor Vaz e do Ermitão (que fala castelhano), servem para completar o quadro dos tipos: lavrador, escudeiro, alcoviteira, falso religioso.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comentar, em 100 a 130 palavras, a afirmação «a farsa é uma sátira que não poupa ninguém», com três personagens, uma delas Inês.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PERSONAGEM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SOCIAL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FALA QUE O MOSTRA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Pêro Marques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Escudeiro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Lianor Vaz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Ermitão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«Quero asno que me leve»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pedrohfernandes-klk.github.io/​pt/​m2/​licao-m2-f11/​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pedrohfernandes-klk.github.io/​pt/​m2/​licao-m2-f11/​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57149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farsa junta tipos sociais e ri-se de todos: o lavrador rico e simples («E que val aqui uma destas?»), o fidalgo pobre e falso galante, a alcoviteira que gaba o marido «Rico, honrado, conhecido» e o falso religioso em castelhano.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54380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543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552952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recursos e as orações voltam nas mesmas falas: metáfora em interrogação retórica em «Não sois vós, mulher meu ouro?», relativa restritiva em «Homem que não tem nem preto».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67461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674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683760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sátira não poupa Inês: comentar a afirmação em 100 a 130 palavras é mostrar, com uma expressão do texto por personagem, o que se critica em cada uma, a ambição dela incluída.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«ESCOLHA»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a tua recontagem escolheu mudar, e porquê?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M2-F11, O que a farsa ensinou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08 · M2-F11 · O que a farsa ensinou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