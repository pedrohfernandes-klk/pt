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M2-F10, Da página ao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2, LIÇÃO M2-F10,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página ao palco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Leste a farsa. Agora vais vê-la, e reparar no que o texto não dizia.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il-vicente-copilacam-156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Copilaçam de todalas obras de Gil Vicente (Lisboa, 1562), frontispício.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M2-F10, Da página ao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vê em palco e não se vê a ler?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M2-F10, Da página ao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do espetáculo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Escreve no caderno a data, o local e a companhia. Durante o espetáculo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se usa telemóvel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leva o caderno e um lápis e escreve só no intervalo ou no fim. Escolhe já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personagem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cena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para observar com atenção.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M2-F10, Da página ao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de ler a farsa, a turma vai vê-la em cena, com caderno e lápis em vez de telemóvel, cada um atento a uma personagem e a uma cena.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caderno de campo comparas o que imaginaste ao ler com o que viste: espaço, figurino, voz e gesto do Escudeiro, apartes, luz e som, o final com Inês às costas de Pêro.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Vais escrever a reportagem da ida ao teatro, com título,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citação identificada e fecho, e a frase de abertura da tua apreciação crítica.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M2-F10, Da página ao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LEITURA IMAGINEI…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CENA VI…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Espaço e cenário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Figurino de Inês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Escudeiro (voz, gesto)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apartes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final (Inês às costas)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M2-F10, Da página ao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a reportagem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reportagem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conta um acontecimento a que o repórter assistiu. Tem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título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um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 primeira frase responde a quem, o quê, onde, quando), um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corpo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 o que se viu e ouviu, pelo menos uma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alguém que lá estava (com o nome ou a função) e um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fecho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que deixe uma imagem. Escreve-se na terceira pessoa; a opinião fica para a apreciação crítica.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M2-F10, Da página ao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2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M2-F10, Da página ao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pedrohfernandes-klk.github.io/​pt/​m2/​licao-m2-f10/​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M2-F10, Da página ao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a farsa em cena é comparar: o caderno de campo regista, elemento a elemento, o que imaginaste ao ler e o que a cenografia, o figurino, a marcação e o desenho de luz te mostraram.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2339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233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243072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reportagem conta a ida ao teatro na terceira pessoa: título, </a:t>
            </a:r>
            <a:pPr indent="0" marL="0">
              <a:lnSpc>
                <a:spcPct val="10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 quem, o quê, onde e quando, corpo com duas coisas vistas e uma ouvida entre aspas, fecho com uma imagem.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juízos ficam para a apreciação crítica, que abre com uma frase onde a identificação do espetáculo e o juízo já vêm juntos, como no modelo em que «a troca diz tudo».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M2-F10, Da página ao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M2-F10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é, afinal, Inês Pereira?»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2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· Sessão 05 · M2-F10 · Da página ao palco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