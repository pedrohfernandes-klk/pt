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M6-F09,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Fora do mundo, dentro da cidade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procura o sentido fora do mundo e não o encontra. O outro anda pela cidade e vê tudo. Os dois lado a lado.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is-do-sodre-189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Estação original do Cais do Sodré (fotografia da década de 1890, publicada pela CP em 1996).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cidade que Cesário viu ainda é a nossa?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lição revê o módulo antes da prova: Antero e Cesário na mesma página, com os grupos oracionais e a etimologia que o módulo trabalhou.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procura o sentido fora do mundo e não o encontra; o outro anda pela cidade e vê tudo. Um quadro compara os dois: temas, forma, recursos e relação com o real.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Comparas os dois poetas, respondes a três itens de escolha múltipla e dizes, com um verso de cada, se concordas com esta oposição.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CESÁRIO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 dominante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marcantes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Relação com o real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Palácio da Ventura»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pedrohfernandes-klk.github.io/​pt/​m6/​licao-m6-f09/​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pedrohfernandes-klk.github.io/​pt/​m6/​licao-m6-f09/​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Antero: soneto, alegoria, apóstrofe, o Ideal e a morte; Cesário: quadras de versos longos, comparação, sinestesia, a cidade e os seus tipos; é a linha-resumo do quadro.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gramática ficam os testes («isso», «o qual», a pergunta) e da etimologia os pares divergentes como «cheio» e «pleno».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procura fora do mundo, Cesário encontra no mundo: com «O palacio encantado da Ventura» e «a pão no forno» na mesma resposta, a oposição admite matiz.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«CIDADE»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que passaste a ver na cidade depois de ler Cesário?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M6-F09, Fora do mundo, dentro da cidade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2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09 · M6-F09 · Fora do mundo, dentro da cidade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