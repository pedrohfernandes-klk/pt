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media/image-3-1.jpg" ContentType="image/jpg"/>
  <Override PartName="/ppt/media/image-4-1.jpg" ContentType="image/jpg"/>
  <Override PartName="/ppt/media/image-5-1.jpg" ContentType="image/jpg"/>
  <Override PartName="/ppt/media/image-6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M6-F07, Da «Noite Fechada» às «Horas Mortas»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2.º ANO, MÓDULO 6, LIÇÃO M6-F07, UNIDADE 2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 «Noite Fechada» às «Horas Mortas»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noite fecha-se sobre a cidade e o poema dá-lhe grades: cadeias, quartéis, muralhas. Um palácio ilumina-se em frente de um casebre.</a:t>
            </a:r>
            <a:endParaRPr lang="en-US" sz="1800" dirty="0"/>
          </a:p>
        </p:txBody>
      </p:sp>
      <p:pic>
        <p:nvPicPr>
          <p:cNvPr id="15" name="Image 0" descr="/home/user/epi-portugues-fontes/_interno/biblioteca-imagens/fontes/cesario-verde-columbano-1887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Cesário Verde (retrato de Columbano Bordalo Pinheiro em O Livro de Cesário Verde, 1887).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M6-F07, Da «Noite Fechada» às «Horas Mortas»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cidade que Cesário viu ainda é a nossa?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M6-F07, Da «Noite Fechada» às «Horas Mortas»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cesario-verde-columbano-1887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II — «NOITE FECHADA» (NA ÍNTEGRA) (1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Toca-se as grades, nas cadeias. Som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mortifica e deixa umas loucuras mansas!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aljube, em que hoje estão velhinhas e creanças,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Bem raramente encerra uma mulher de «dom»!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eu desconfio, até, de um aneurisma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Tão morbido me sinto, ao accender das luzes;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Á vista das prisões, da velha sé, das cruzes,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Chora-me o coração que se enche e que se abysma.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Cesário Verde, «O Sentimento dum Ocidental»,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Livro de Cesário Verde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(1887), grafia da edição.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M6-F07, Da «Noite Fechada» às «Horas Mortas»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cesario-verde-columbano-1887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II — «NOITE FECHADA» (NA ÍNTEGRA) (2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espaços, illuminam-se os andares,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as tascas, os cafés, as tendas, os estancos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Alastram em lençol os seus reflexos brancos;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a lua lembra o circo e os jogos malabares.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Duas egrejas, n'um saudoso largo,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Lançam a nodoa negra e funebre do clero: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N'ellas esfumo um ermo inquisidor severo,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Assim que pela Historia eu me aventuro e alargo.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[…]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Cesário Verde, «O Sentimento dum Ocidental»,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Livro de Cesário Verde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(1887), grafia da edição.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M6-F07, Da «Noite Fechada» às «Horas Mortas»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cesario-verde-columbano-1887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III — «AO GÁS» (EXCERTOS) (1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saio. A noite peza, esmaga. Nos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Passeios de lagedo arrastam-se as impuras.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Ó molles hospitaes! Sae das embocaduras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Um sopro que arripia os hombros quasi nús.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[…]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N'um cutileiro, de avental, ao torno,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Um forjador maneja um malho, rubramente;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de uma padaria exhala-se, inda quente,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Um cheiro salutar e honesto a pão no forno.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Cesário Verde, «O Sentimento dum Ocidental»,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Livro de Cesário Verde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(1887), grafia da edição.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M6-F07, Da «Noite Fechada» às «Horas Mortas»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cesario-verde-columbano-1887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III — «AO GÁS» (EXCERTOS) (2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eu que medito um livro que exarcebe,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Quizera que o real e a analyse m'o dessem;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Casas de confecções e modas resplandecem;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Pelas vitrines ólha um ratoneiro imberbe.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[…]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Mas tudo cança! Apagam-se nas frentes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Os candelabros, como estrellas, pouco a pouco;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 solidão regouga um cauteleiro rouco;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Tornam-se mausoléos as armações fulgentes.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[…]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Cesário Verde, «O Sentimento dum Ocidental»,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Livro de Cesário Verde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(1887), grafia da edição.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M6-F07, Da «Noite Fechada» às «Horas Mortas»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Lês as partes II, III e IV de «O Sentimento dum Ocidental», da noite à madrugada: «Noite Fechada» e «Horas Mortas» inteiras, «Ao Gás» em excertos.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cidade fecha-se como uma prisão, com cadeias, quartéis e muralhas; um palácio ilumina-se em frente de um casebre e a dor humana acaba feita mar.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Ficas a ler os tipos sociais, a antítese, a sinestesia e a hipálage, e a decidir, com duas citações, se o poema é mais reportagem ou mais sonho.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M6-F07, Da «Noite Fechada» às «Horas Mortas»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3058275"/>
                <a:gridCol w="3058275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TIPO / IMAGEM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EXPRESSÃO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CRÍTICA OU VALORIZAÇÃO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Presos e soldados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 forjador e o padeiro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Palácio e casebre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«os emparedados»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M6-F07, Da «Noite Fechada» às «Horas Mortas»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6-f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pedrohfernandes-klk.github.io/​pt/​m6/​licao-m6-f07/​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M6-F07, Da «Noite Fechada» às «Horas Mortas»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6-f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pedrohfernandes-klk.github.io/​pt/​m6/​licao-m6-f07/​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M6-F07, Da «Noite Fechada» às «Horas Mortas»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«Noite Fechada» a «Horas Mortas», a cidade ganha grades: cadeias, quartéis que foram conventos, muralhas sem árvores; os tipos sociais dizem quem a habita.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Dois recursos fazem a crítica: a antítese do palácio «em face de um casebre» (II) e a hipálage do «cheiro salutar e honesto a pão» (III), que valoriza o trabalho.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programa «o real e a analyse» convive com o sonho das «mansões de vidro»; o «Mas se vivemos, os emparedados» corta o sonho e devolve o sujeito à cidade sem árvores.</a:t>
            </a:r>
            <a:endParaRPr lang="en-US" sz="2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M6-F07, Da «Noite Fechada» às «Horas Mortas»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M6-F07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«Palavras com passado»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6-f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pedrohfernandes-klk.github.io/​pt/​m6/​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M6 · Sessão 06 · M6-F07 · Da «Noite Fechada» às «Horas Mortas»</dc:title>
  <dc:subject>PptxGenJS Presentation</dc:subject>
  <dc:creator>EPI · Português</dc:creator>
  <cp:lastModifiedBy>EPI · Português</cp:lastModifiedBy>
  <cp:revision>1</cp:revision>
  <dcterms:created xsi:type="dcterms:W3CDTF">2026-10-11T03:02:53Z</dcterms:created>
  <dcterms:modified xsi:type="dcterms:W3CDTF">2026-10-11T03:02:53Z</dcterms:modified>
  <dc:description/>
</cp:coreProperties>
</file>