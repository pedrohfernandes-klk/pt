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M6-F06, «Ave-Marias»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6, LIÇÃO M6-F06,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«Ave-Marias»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homem sai à rua ao anoitecer, aqui na zona ribeirinha, e o que sente é um desejo absurdo de sofrer. Depois começa a ver naus.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cesario-verde-columbano-188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Cesário Verde (retrato de Columbano Bordalo Pinheiro em O Livro de Cesário Verde, 1887).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M6-F06, «Ave-Marias»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vês, ouves e cheiras no Cais do Sodré ao anoitecer?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M6-F06, «Ave-Marias»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esario-verde-columbano-1887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I — «AVE-MARIAS» (NA ÍNTEGRA)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 nossas ruas, ao anoitecer,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 tal soturnidade, ha tal melancholia,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as sombras, o bulicio, o Tejo, a maresia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Despertam-me um desejo absurdo de soffrer.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ceu parece baixo e de neblina,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gaz extravasado enjôa-me, perturba;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os edificios, com as chaminés, e a turba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Toldam-se d'uma côr monotona e londrina.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Cesário Verde, «O Sentimento dum Ocidental»,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Livro de Cesário Verde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(1887), grafia da edição.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M6-F06, «Ave-Marias»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esario-verde-columbano-1887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I — «AVE-MARIAS» (NA ÍNTEGRA)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Batem os carros de aluguer, ao fundo,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Levando á via ferrea os que se vão. Felizes!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Occorrem-me em revista exposições, paizes: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Madrid, Paris, Berlim, S. Petersburgo, o mundo!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Semelham-se a gaiolas, com viveiros,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edificações sómente emmadeiradas: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morcegos, ao cair das badaladas,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Saltam de viga em viga os mestres carpinteiros.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Cesário Verde, «O Sentimento dum Ocidental»,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Livro de Cesário Verde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(1887), grafia da edição.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M6-F06, «Ave-Marias»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Cesário Verde (Lisboa, 1855–1886) escreveu «O Sentimento dum Ocidental» em quatro partes, do anoitecer à madrugada; «Ave-Marias» é a primeira, na zona ribeirinha.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sujeito anda sem destino, apanha a cidade pelos sentidos, vê embarcar os que partem, evoca as naus de Camões e acaba a olhar as varinas.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Encontras no texto a visão, o olfato e a audição, segues a passagem do real ao imaginado e escreves o teu anoitecer no Cais do Sodré.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M6-F06, «Ave-Marias»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EFEITO NO SUJEITO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Visão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Olfato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Audição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Sensação física / emoção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M6-F06, «Ave-Marias»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foi Cesário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Cesário Verde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(Lisboa, 1855–1886), precursor da poesia do século XX. O poema tem quatro partes, do anoitecer à madrugada: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«Ave-Marias»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«Noite Fechada»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«Ao Gás»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«Horas Mortas»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; passa pela zona ribeirinha, perto da EPI. A vida dele está na lição «Quem conta a vida de um poeta».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M6-F06, «Ave-Marias»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6-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pedrohfernandes-klk.github.io/​pt/​m6/​licao-m6-f06/​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M6-F06, «Ave-Marias»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6-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pedrohfernandes-klk.github.io/​pt/​m6/​licao-m6-f06/​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M6-F06, «Ave-Marias»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deambulação de «Ave-Marias» vai do cais aos becos e dos becos às varinas; os sentidos (visão, olfato e audição) dão ao sujeito opressão, enjoo e inquietação.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o observado e o imaginado há uma passagem: dos botes atracados às «chronicas navaes» e às «soberbas naus que eu não verei jámais!» (v. 24).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comparação dos troncos das varinas a pilastras junta dignidade e miséria; no fim, o sofrimento ganha uma razão fora do sujeito.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M6-F06, «Ave-Marias»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M6-F06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«Como se ligam as orações»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6-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M6 · Sessão 04 · M6-F06 · «Ave-Marias»</dc:title>
  <dc:subject>PptxGenJS Presentation</dc:subject>
  <dc:creator>EPI · Português</dc:creator>
  <cp:lastModifiedBy>EPI · Português</cp:lastModifiedBy>
  <cp:revision>1</cp:revision>
  <dcterms:created xsi:type="dcterms:W3CDTF">2026-10-11T06:20:58Z</dcterms:created>
  <dcterms:modified xsi:type="dcterms:W3CDTF">2026-10-11T06:20:58Z</dcterms:modified>
  <dc:description/>
</cp:coreProperties>
</file>