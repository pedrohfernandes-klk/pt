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M6-F01,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cavaleiro que encontra o nada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cavaleiro atravessa desertos à procura do palácio da felicidade. Encontra-o. Bate à porta. As portas abrem-se.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antero-de-quental-188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 (fotografia, c. 1887, publicada em In Memoriam, 1896).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«CIDADE»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que a tua cidade te mostra quando vens para a escola?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que serve um ideal que não se alcança?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antero-de-quental-188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«O PALACIO DA VENTURA»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Sonho que sou um cavalleiro andante.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desertos, por sóes, por noite escura,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Paladino do amor, busco anhelante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palacio encantado da Ventura!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já desmaio, exhausto e vacillante.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Quebrada a espada já, rota a armadura...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eis que subito o avisto, fulgurante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sua pompa e aerea formosura!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Quental, Os Sonetos Completos (1886), grafia da edição (v. 6 corrigido: «rota»; o e-book lê «roda»).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antero-de-quental-1887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«O PALACIO DA VENTURA»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grandes golpes bato á porta e brado: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sou o Vagabundo, o Desherdado...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Abri-vos, portas d'ouro, ante meus ais!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Abrem-se as portas d'ouro, com fragor...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dentro encontro só, cheio de dor,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Silencio e escuridão — e nada mais!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Quental, Os Sonetos Completos (1886), grafia da edição (v. 6 corrigido: «rota»; o e-book lê «roda»).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 (Ponta Delgada, 1842–1891), poeta da Geração de 70, escreveu sonetos que pensam em verso; «O Palácio da Ventura» é um deles.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soneto conta uma alegoria: um cavaleiro busca o palácio da felicidade, bate às portas de ouro e, quando se abrem, encontra só silêncio e escuridão.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seguir um soneto nos seus quatro tempos, a ler a chave de ouro e a antítese, e a perguntar se procurar sem encontrar tira valor à procura.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ESTROFE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ACONTECE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PALAVRA-CHAVE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1.ª quadra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2.ª quadra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1.º terceto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2.º terceto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Palácio da Ventura»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pedrohfernandes-klk.github.io/​pt/​m6/​licao-m6-f01/​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soneto segue quatro tempos (busca, visão, apelo e vazio) e fecha com a chave de ouro «e nada mais!» (v. 14), que vira tudo o que vinha antes.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cavaleiro, o palácio e o vazio são uma alegoria da busca do Ideal; a antítese entre «fulgurante» e «Silencio e escuridão» dá-lhe o desengano.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«Vagabundo», «Desherdado», «exhausto e vacillante»: as palavras que o cavaleiro usa para si são as marcas da angústia existencial.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M6-F01, O cavaleiro que encontra o nada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M6-F01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«Da procura ao descanso»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01 · M6-F01 · O cavaleiro que encontra o nada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