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M6-F11, Quem conta a vida de um poeta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6, LIÇÃO M6-F11,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conta a vida de um poeta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Cesário morreu aos 31 anos sem ter publicado um livro. Tudo o que se conta dele foi contado por outros — e cada um escolhe o que mostra.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coimbra-jardim-botanico-188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Jardim Botânico de Coimbra (fotografia de J. Lévy &amp; Co, década de 1880).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M6-F11, Quem conta a vida de um poeta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outra pessoa contasse a tua vida, o que escolheria mostrar?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M6-F11, Quem conta a vida de um poeta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ver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Documentário: _______________________________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Realização e ano: _______________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Duração: _______ Um documentário não é um manual: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escolhe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 que mostra,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corta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 que não serve e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defende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uma leitura. Ver bem é perceber a informação </a:t>
            </a:r>
            <a:pPr indent="0" marL="0">
              <a:lnSpc>
                <a:spcPct val="120000"/>
              </a:lnSpc>
              <a:buNone/>
            </a:pPr>
            <a:r>
              <a:rPr lang="en-US" sz="23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as escolhas de quem filma. Escreve no caderno durante o visionamento (só palavras-chave; não tentes copiar tudo).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M6-F11, Quem conta a vida de um poeta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Cesário Verde nasceu em Lisboa em 1855 e morreu em 1886, aos 31 anos, sem publicar um livro; o seu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Livro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saiu em 1887, organizado por Silva Pinto.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documentário da série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Grandes Livros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(RTP) conta esta vida; como qualquer documentário, escolhe o que mostra, corta o que não serve e defende uma leitura.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Vês o documentário com um guião de visionamento, separas factos de interpretações e escreves uma apreciação crítica que diga o que o documentário acrescenta aos poemas.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M6-F11, Quem conta a vida de um poeta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611655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Factos da vida (datas, lugares, ofícios)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se diz do </a:t>
                      </a:r>
                      <a:pPr indent="0" marL="0">
                        <a:buNone/>
                      </a:pPr>
                      <a:r>
                        <a:rPr lang="en-US" sz="1800" i="1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Livro</a:t>
                      </a:r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e da sua publicação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Dois versos citados no documentário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Quem fala (especialistas, atores, narrador)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 imagem que fica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M6-F11, Quem conta a vida de um poeta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Cesário em datas e factos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José Joaquim Cesário Verde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nasceu em Lisboa a 25 de fevereiro de 1855 e morreu a 19 de julho de 1886, de tuberculose, com 31 anos. Trabalhou no comércio da família e publicou poemas dispersos em jornais;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publicou nenhum livro em vida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Livro de Cesário Verde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é uma edição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póstuma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organizada pelo amigo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Silva Pinto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em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1887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(Typographia Elzeveriana), numa tiragem de 200 exemplares que não foi posta à venda.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Fonte: Wikipédia, «Cesário Verde» e «O Livro de Cesário Verde».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M6-F11, Quem conta a vida de um poeta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«Ave-Marias»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6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pedrohfernandes-klk.github.io/​pt/​m6/​licao-m6-f11/​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M6-F11, Quem conta a vida de um poeta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6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pedrohfernandes-klk.github.io/​pt/​m6/​licao-m6-f11/​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M6-F11, Quem conta a vida de um poeta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 vida de um poeta é contada por outros, é preciso separar cada facto (uma data, um ofício, uma tiragem) da leitura de quem conta.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«Cesário escrevia como escrevia porque trabalhava no comércio» é uma interpretação a discutir: a biografia ilumina a obra, mas não a explica toda e pede prova nos textos.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documentário não deixa confirmar (o que o poeta sentia, uma cena reconstituída) assinala-se como interpretação, procura-se noutra fonte ou fica de fora.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M6-F11, Quem conta a vida de um poeta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M6-F11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«Ave-Marias»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6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pedrohfernandes-klk.github.io/​pt/​m6/​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M6 · Sessão 03 · M6-F11 · Quem conta a vida de um poeta</dc:title>
  <dc:subject>PptxGenJS Presentation</dc:subject>
  <dc:creator>EPI · Português</dc:creator>
  <cp:lastModifiedBy>EPI · Português</cp:lastModifiedBy>
  <cp:revision>1</cp:revision>
  <dcterms:created xsi:type="dcterms:W3CDTF">2026-10-11T03:02:53Z</dcterms:created>
  <dcterms:modified xsi:type="dcterms:W3CDTF">2026-10-11T03:02:53Z</dcterms:modified>
  <dc:description/>
</cp:coreProperties>
</file>