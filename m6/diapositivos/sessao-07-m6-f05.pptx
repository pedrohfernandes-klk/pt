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M6-F05, Palavras com passado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6, LIÇÃO M6-F05,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Palavras com passado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«Cheio» e «pleno» são a mesma palavra latina, que fez dois caminhos e chegou cá com duas caras. Vais seguir mais algumas.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sentimento-ocidental-188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 Sentimento dum Ocidental» em O Livro de Cesário Verde (1887), primeira página.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M6-F05, Palavras com passado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é que Cesário escrevia «melancholia» e nós escrevemos «melancolia»?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M6-F05, Palavras com passado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Étimos e palavras divergentes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98142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étimo é a palavra de origem (muitas vezes latina). Do mesmo étimo podem nascer palavras divergentes: uma por via popular (evolução fonética lenta) e outra por via erudita (tomada mais tarde, próxima do latim), por exemplo plenu- → cheio / pleno. As edições do século XIX mostram grafias anteriores às reformas ortográficas: occidental, melancholia, lyrios.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M6-F05, Palavras com passado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edições do século XIX de Cesário e de Antero escrevem «occidental», «melancholia», «lyrios»: grafias anteriores às reformas ortográficas, com história dentro.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étimo é a palavra de origem; do mesmo étimo nascem palavras divergentes, uma por via popular e outra por via erudita, como «cheio» e «pleno».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Passas grafias antigas para a de hoje, encontras pares divergentes no dicionário e segues o étimo de três palavras de Lisboa, com fonte.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M6-F05, Palavras com passado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EDIÇÃO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HOJE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MUDOU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occidental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melancholia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lyrios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sómente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egrejas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M6-F05, Palavras com passado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6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pedrohfernandes-klk.github.io/​pt/​m6/​licao-m6-f05/​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M6-F05, Palavras com passado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pedrohfernandes-klk.github.io/​pt/​m6/​licao-m6-f05/​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M6-F05, Palavras com passado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Passadas para hoje, as grafias do século XIX mostram o que as reformas mudaram: «occidental» perde a consoante dupla, «lyrios» troca o «y» por «i» e ganha acento, «sómente» perde o acento e «egrejas» fixa o «i» inicial.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étimo, duas vias: «cheio» e «pleno», «chave» e «clave», «mancha» e «mácula», «artelho» e «artigo» são pares divergentes.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 uma palavra de Lisboa até ao dicionário, e dizer a fonte e a entrada, é o que a legenda do projeto «Cesário nos dias de hoje» pede.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M6-F05, Palavras com passado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M6-F05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«Cesário nos dias de hoje»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6-f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Sessão 07 · M6-F05 · Palavras com passado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