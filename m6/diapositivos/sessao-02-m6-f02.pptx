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procura ao descanso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 poema, o Ideal é uma nuvem que ninguém consegue nomear. No outro, o sujeito pousa-o e vai dormir na mão de Deus.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 (Columbano Bordalo Pinheiro, 1889, MNAC).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Deixar de procurar é uma vitória ou uma derrota?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«IDEAL»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Aquella, que eu adoro, não é feita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lyrios nem de rosas purpurinas,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tem as formas languidas, divinas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antiga Venus de cintura estreita...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a Circe, cuja mão suspeita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Compõe filtros mortaes entre ruinas,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a Amazona, que se agarra ás crinas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D'um corcel e combate satisfeita...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Sonetos Completos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(1886),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«IDEAL»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mim mesmo pergunto, e não atino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nome que dê a essa visão,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ora amostra ora esconde o meu destino...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como uma miragem, que entrevejo,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Ideal, que nasceu na solidão,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Nuvem, sonho impalpavel do Desejo...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Sonetos Completos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(1886),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«NA MÃO DE DEUS»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mão de Deus, na sua mão direita,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Descançou a final meu coração.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palacio encantado da Illusão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Desci a passo e passo a escada estreita.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as flores mortaes, com que se enfeita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ignorancia infantil, despojo vão,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Depuz do Ideal e da Paixão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forma transitoria e imperfeita.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Sonetos Completos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(1886), grafia da edição (v. 14 corrigido: «mão»).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«NA MÃO DE DEUS»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criança, em lobrega jornada,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 mãe leva ao collo agasalhada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atravessa, sorrindo vagamente,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Selvas, mares, areias do deserto...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Dorme o teu somno, coração liberto,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Dorme na mão de Deus eternamente!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Sonetos Completos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(1886), grafia da edição (v. 14 corrigido: «mão»).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sonetos de Antero, «Ideal» e «Na mão de Deus», dos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Sonetos Completos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1886, lidos lado a lado depois de «O Palácio da Ventura».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«Ideal», o Ideal define-se pelo que não é, uma nuvem sem nome; em «Na mão de Deus», o sujeito deixa o palácio da Ilusão e o coração descansa.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reconhecer apóstrofe, metáfora, personificação e comparação, e a decidir, com duas citações, se este descanso é uma vitória ou uma derrota.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«IDEAL»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«NA MÃO DE DEUS»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Ideal é…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do sujeito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dominante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Relação com «O Palácio da Ventura»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«Na mão de Deus»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Lidos lado a lado, os dois sonetos vão da inquietação ao repouso: em A o sujeito diz «não atino / Com o nome», em B o coração «Descançou a final».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recursos acompanham o movimento: anáfora e enumeração negativa em «Ideal», comparação da criança ao colo e apóstrofe ao coração em «Na mão de Deus».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«palacio encantado da Illusão» (B, v. 3) é o palácio da Ventura, agora deixado para trás: o sujeito já não bate à porta, desce «a passo e passo a escada estreita» e sai.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M6-F02, Da procura ao descanso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conta a vida de um poeta»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02 · M6-F02 · Da procura ao descanso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