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M6-F08, Cesário nos dias de hoje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6, LIÇÃO M6-F08,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Cesário nos dias de hoje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poema faz um percurso do anoitecer à madrugada, aqui ao lado. Vais fazer o mesmo percurso, em grupo, com uma câmara ou um gravador.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varinas-ribeira-nova-190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de peixe na Ribeira Nova, Lisboa (fotografia de José Artur Leitão Bárcia, c. 1900).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M6-F08, Cesário nos dias de hoje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cidade que Cesário viu ainda é a nossa?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M6-F08, Cesário nos dias de hoje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encomenda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grupo, criem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quatro fotografias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curta de dois a três minutos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 o formato do vosso curso (quadro «Encomenda por curso»), que acompanhem as quatro partes do poema («Ave-Marias», «Noite Fechada», «Ao Gás», «Horas Mortas») na Lisboa de hoje, a partir do Cais do Sodré. Cada imagem ou sequência liga-se a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verso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citado com a parte. Na apresentação oral, explicam as escolhas e a relação com o poema.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M6-F08, Cesário nos dias de hoje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de avaliação, 25 %, em grupo e com sete horas de projeto: refazer o percurso do poema, do anoitecer à madrugada, a partir do Cais do Sodré.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encomenda são quatro fotografias, uma curta de dois a três minutos ou o formato do teu curso, cada imagem ligada a um verso, citado com a parte do poema.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Preenches o guião parte a parte, testas três percursos, cumpres as regras de produção e escreves uma memória descritiva individual.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M6-F08, Cesário nos dias de hoje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3691021"/>
                <a:gridCol w="2284918"/>
                <a:gridCol w="2284918"/>
                <a:gridCol w="2284918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VERSO ESCOLHIDO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MOSTRAMOS HOJE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LUZ / HORA / SOM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— «Ave-Marias»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II — «Noite Fechada»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III — «Ao Gás»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— «Horas Mortas»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M6-F08, Cesário nos dias de hoje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produção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Pedir autorização a quem aparece reconhecível; não fotografar pessoas em situação vulnerável sem consentimento (sem-abrigo, crianças); nada de fotografar às escondidas; sair em grupo e dentro do horário combinado; música e sons próprios ou livres de direitos.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M6-F08, Cesário nos dias de hoje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«Ave-Marias»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6-f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pedrohfernandes-klk.github.io/​pt/​m6/​licao-m6-f08/​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M6-F08, Cesário nos dias de hoje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6-f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pedrohfernandes-klk.github.io/​pt/​m6/​licao-m6-f08/​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M6-F08, Cesário nos dias de hoje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 refaz o percurso de «O Sentimento dum Ocidental» na Lisboa de hoje: quatro partes, um verso por imagem, luz e hora a mudar do anoitecer à madrugada.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 para a rua, três percursos testados e um guião por partes; na rua, autorização a quem aparece e nada às escondidas; depois, seleção com registo das rejeitadas.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memória descritiva individual junta o verso, citado com a parte, à imagem ou ao som que o grupo escolheu, e explica o que dizem juntos.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M6-F08, Cesário nos dias de hoje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M6-F08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«Fora do mundo, dentro da cidade»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6-f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M6 · Sessão 08 · M6-F08 · Cesário nos dias de hoje</dc:title>
  <dc:subject>PptxGenJS Presentation</dc:subject>
  <dc:creator>EPI · Português</dc:creator>
  <cp:lastModifiedBy>EPI · Português</cp:lastModifiedBy>
  <cp:revision>1</cp:revision>
  <dcterms:created xsi:type="dcterms:W3CDTF">2026-10-11T06:20:58Z</dcterms:created>
  <dcterms:modified xsi:type="dcterms:W3CDTF">2026-10-11T06:20:58Z</dcterms:modified>
  <dc:description/>
</cp:coreProperties>
</file>