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nos dias de hoje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faz um percurso do anoitecer à madrugada, aqui ao lado. Vais fazer o mesmo percurso, em grupo, com uma câmara ou um gravador.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rinas-ribeira-nova-19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peixe na Ribeira Nova, Lisboa (fotografia de José Artur Leitão Bárcia, c. 1900).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grupo, criem seis fotografias, uma curta de dois a três minutos ou o formato do vosso curso (quadro «Encomenda por curso»), que acompanhem as quatro partes do poema (Ave-Marias, Noite Fechada, Ao Gás, Horas Mortas) na Lisboa de hoje, a partir do Cais do Sodré. Cada imagem ou sequência liga-se a um verso, citado com a parte. Na apresentação oral, explicam as escolhas e a relação com o poema.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25 %, em grupo e com sete horas de projeto: refazer o percurso do poema, do anoitecer à madrugada, a partir do Cais do Sodré.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são seis fotografias, uma curta de dois a três minutos ou o formato do teu curso, cada imagem ligada a um verso, citado com a parte do poema.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o guião parte a parte, testas três percursos, cumpres as regras de produção e escreves uma memória descritiva individual.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 ESCOLHIDO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MOSTRAMOS 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/ HORA / SOM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— Ave-Marias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 — Noite Fechada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III — Ao Gás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— Horas Mortas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produção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Pedir autorização a quem aparece reconhecível; não fotografar pessoas em situação vulnerável sem consentimento (sem-abrigo, crianças); nada de fotografar às escondidas; sair em grupo e dentro do horário combinado; música e sons próprios ou livres de direitos.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refaz o percurso de «O Sentimento dum Ocidental» na Lisboa de hoje: quatro partes, um verso por imagem, luz e hora a mudar do anoitecer à madrugada.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 para a rua, três percursos testados e um guião por partes; na rua, autorização a quem aparece e nada às escondidas; depois, seleção com registo das rejeitadas.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descritiva individual junta o verso, citado com a parte, à imagem ou ao som que o grupo escolheu, e explica o que dizem juntos.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«Fora do mundo, dentro da cidade»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08 · M6-F08 · Cesário nos dias de hoje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