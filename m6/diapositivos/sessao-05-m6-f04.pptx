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M6-F04, Como se ligam as orações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6, LIÇÃO M6-F04,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ligam as orações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«Sonho que sou um cavaleiro andante.» Esta frase tem duas orações. Vais aprender a vê-las separadas — e a perceber porque estão juntas.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antero-columbano-188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 de Quental (Columbano Bordalo Pinheiro, 1889, MNAC).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M6-F04, Como se ligam as orações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é que o poeta escreve «A mim mesmo pergunto» e não «Pergunto a mim mesmo»?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M6-F04, Como se ligam as orações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Coordenação e subordinação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frase complexa tem várias orações, ligadas por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coordenação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(independentes: e, mas, ou, pois…) ou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subordinação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(uma depende da outra: que, quando, se, porque, como…). Em poesia, a ordem pode estar alterada (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anástrofe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e há orações sem conector expresso (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assíndeto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Primeiro põe a frase em ordem direta; a seguir identifica os predicados (atenção aos tempos compostos: «tinha lido» é um só); por fim procura os conectores.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M6-F04, Como se ligam as orações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Versos de Antero e de Cesário, em grafia atualizada, servem para ver como as orações de uma frase complexa se ligam umas às outras.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coordenação liga orações independentes (e, mas, ou, pois); a subordinação faz uma depender da outra: substantivas, adjetivas relativas e adverbiais, cada família com o seu teste.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Pões um verso em ordem direta, divides e classificas as orações e juntas duas frases numa só com uma subordinada causal.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M6-F04, Como se ligam as orações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DIVISÃO E CLASSIFICAÇÃO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«Sonho que sou um cavaleiro andante.»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«Abrem-se as portas de ouro, com fragor... / Mas dentro encontro só […] silêncio e escuridão»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«A mim mesmo pergunto, e não atino / Com o nome que dê a essa visão»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«Há tal soturnidade […] / Que as sombras, o bulício, o Tejo, a maresia / Despertam-me um desejo absurdo de sofrer.»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«Batem os carros de aluguer, ao fundo, / Levando à via férrea os que se vão.»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M6-F04, Como se ligam as orações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famílias de subordinadas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Substantivas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fazem o papel de um nome, quase sempre a completar um verbo («Sonho que sou um cavaleiro»).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Teste: trocam-se por «isso».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Adjetivas relativas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dizem alguma coisa de um nome que vem antes («o nome que dê a essa visão»).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Teste: «que» troca-se por «o qual», «a qual».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Adverbiais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dizem o tempo, a causa, a condição, o fim, a consequência («tal melancolia que as sombras despertam…»).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Teste: pergunta quando, porquê, em que condição, com que resultado.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M6-F04, Como se ligam as orações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«Frases da rua»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pedrohfernandes-klk.github.io/​pt/​m6/​licao-m6-f04/​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M6-F04, Como se ligam as orações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pedrohfernandes-klk.github.io/​pt/​m6/​licao-m6-f04/​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M6-F04, Como se ligam as orações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«Sonho que sou um cavaleiro andante» tem duas orações, a subordinante «Sonho» e uma subordinada substantiva completiva; «Mas dentro encontro só» é coordenada adversativa e «Pois sobem», explicativa.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famílias de subordinadas, três testes: «isso» para as substantivas, «o qual» para as relativas, uma pergunta (quando, porquê, com que resultado) para as adverbiais.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verso, começa-se por desfazer a anástrofe: «Pergunto a mim mesmo» mostra os predicados e os conectores que o verso escondia.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M6-F04, Como se ligam as orações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M6-F04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«Da “Noite Fechada” às “Horas Mortas”»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6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Sessão 05 · M6-F04 · Como se ligam as orações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