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completa quem?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Usar um teste só, tirar o grupo e ver se a palavra fica a pedir, para reconhecer o complemento do nome, do adjetivo e oblíquo em frases da crónica, e separá-los do modificador e do complemento indireto.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licao-m1-f08/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completa quem?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um teste só, tirar o grupo e ver se a palavra fica a pedir, para reconhecer o complemento do nome, do adjetivo e oblíquo em frases da crónica, e separá-los do modificador e do complemento indireto.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a atividade Ler a fundo a pares e três títulos escritos em papel.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papel: três títulos para uma notícia sobre o cerco, um com complemento do nome, um com complemento do adjetivo e um com complemento oblíquo, com o complemento sublinhado e, ao lado, o teste feito em cada um.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Numa sala de arcos góticos, um homem de gibão claro jaz no chão, de braço estendido. À volta, homens armados de espada na mão, dois com plumas vermelhas no capacete; à direita, outros entram a correr, de braços no 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30745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6211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de Sousa Azevedo,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do Conde Andeiro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c. 1860.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completa quem?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chão de uma sala gótica, um homem caído; à volta, espadas desembainhadas. O quadro chama-se «Morte do Conde Andeiro»: tapa as três últimas palavras, e «Morte» fica a pedir uma resposta.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palavras ficam a pedir outras, e como se chama o grupo que as completa?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DESTES NOMES FICA A PEDIR?,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«fosse repartida a guarda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muros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»Fernão Lopes,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CXVIa casa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pedra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feita para a lição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DESTES NOMES FICA A PEDIR?,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grupo podes tirar sem que a palavra antes dele fique a pedir?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«dos muros»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«de pedra»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Os dois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DESTES NOMES FICA A PEDIR?,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«de pedra»: «a casa» fica inteira. O grupo só diz de que é feita.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DESTES NOMES FICA A PEDIR?,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«dos muros»: «a guarda»… de quê? Vem de «guardar», e quem guarda, guarda alguma coisa. Os nomes que vêm de verbos levam consigo o que ia com o verbo.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DESTES NOMES FICA A PEDIR?,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DO NOME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grupo que um nome pede para ficar completo (a defesa de quê?).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DESTES NOMES FICA A PEDIR?,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modificador. «As gentes da cidade»: tira «da cidade» e «as gentes» fica inteira. Na «defesa da cidade», o mesmo grupo completa.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DESTES NOMES FICA A PEDIR?,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o grupo: se a palavra fica a pedir, é complemento.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feita: «O toque do sino nas torres da cidade». Que grupo completa o nome «toque»?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«do sino»: toque de quê?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«nas torres da cidade»: toque onde?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«do sino» e «nas torres da cidade»: um diz o quê, o outro onde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«do sino»: toque de quê?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«Toque» vem de «tocar»: tocar o sino, o toque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sino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Sem o grupo, o toque… de quê? É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complemento do nome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 lugar acrescenta e pode sair.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feita: «Os castelhanos cercaram Lisboa» passa a título com «cerco». Que título guarda o que foi cercado?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cerco de 1384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cerco de Lisboa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longo cerco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cerco de Lisboa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Cercar é cercar alguma coisa, e o nome «cerco» guarda esse pedido: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cerco de Lisboa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Quem cercou também pode ficar («o cerco dos castelhanos»); quando e como só acrescentam.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PEDE: «COUSAS» OU «AMIGAS»?,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«outras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desacostumadas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cousas pouco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amigas da natureza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»Fernão Lopes,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CXLVIII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PEDE: «COUSAS» OU «AMIGAS»?,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«da natureza». Quem fica a pedir: «cousas» ou «amigas»?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«cousas»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«amigas»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PEDE: «COUSAS» OU «AMIGAS»?,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Lisboa cercada, sem trigo, comia-se o que não era comida. «Desacostumadas», fora do costume, é um adjetivo que não pede nada.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PEDE: «COUSAS» OU «AMIGAS»?,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«da natureza», ficam «cousas pouco amigas»… amigas de quê? Quem fica a pedir é «amigas», um adjetivo, e o grupo completa-o.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PEDE: «COUSAS» OU «AMIGAS»?,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DO ADJETIVO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grupo que um adjetivo pede para ficar completo (farto de quê?).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PEDE: «COUSAS» OU «AMIGAS»?,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complemento do nome. Na frase feita «Os moços estavam fartos de esperar», quem fica a pedir é «fartos», não «moços».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PEDE: «COUSAS» OU «AMIGAS»?,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Vê a classe da palavra que pede: é ela que dá o nome.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feita: «Os fidalgos da cidade estavam desejosos de ajudar o Mestre». Dos dois grupos com «de», só um completa.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Verdadeiro: desejosos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quê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De ajudar o Mestre,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complemento do adjetivo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«Da cidade» só diz de onde eram os fidalgos: é modificador, como «as gentes da cidade».</a:t>
            </a:r>
            <a:endParaRPr lang="en-US" sz="2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PODES TIRAR «A ELE»?,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«Na cidade não havia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pera vender, e se o havia era mui pouco, e tão caro que as pobres gentes não podiam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chegar a ele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CXLVIII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PODES TIRAR «A ELE»?,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«a ele», a frase fica inteira?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Fica inteira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Fica a pedir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PODES TIRAR «A ELE»?,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«Ele» é o trigo; chegar a ele é conseguir comprá-lo.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PODES TIRAR «A ELE»?,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«a ele»: «não podiam chegar»… a quê? «Chegar» perde o sentido de comprar. Quem pede é o verbo, e o grupo vem com preposição.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PODES TIRAR «A ELE»?,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OBLÍQUO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grupo que o verbo pede para ficar completo, quase sempre com preposição, e que não se troca por «lhe».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PODES TIRAR «A ELE»?,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modificador. «Dormiam junto aos muros»: sem o lugar, «dormiam» fica inteiro; «moravam» ficaria a pedir onde.Não é complemento indireto. Esse troca por «lhe»: «falavam ao pajem», «falavam-lhe».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PODES TIRAR «A ELE»?,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verbo pede um grupo com preposição que não troca por «lhe», é oblíquo.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«Depois das aulas, o Rui pensou no teste a tarde inteira.» Que grupo é oblíquo?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teste»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Rui»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 tarde inteira»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teste»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Pensar é pensar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alguma coisa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sem «no teste», o verbo fica a pedir. E não troca por «lhe»: «pensou nele».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Complemento oblíquo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Frases feitas: «Obedeciam ao Mestre» e «Foram às torres». Qual delas tem complemento indireto?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duas: os grupos começam por «a»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Nenhuma: os dois grupos são oblíquos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«ao Mestre»: obedeciam-lhe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«ao Mestre»: obedeciam-lhe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Só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«ao Mestre»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troca por «lhe»: obedeciam-lhe,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complemento indireto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«Às torres» dá «foram lá»: o verbo pede-o, mas sem «lhe», é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oblíquo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Frases feitas: que função tem cada grupo com «de»? Procura a palavra que fica a pedir.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«da fome», em «o medo da fome»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«da vitória», em «certos da vitória»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 pão», em «precisavam de pão»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 noite», em «tocavam o sino de noite»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do adjetivo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modificador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oblíquo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do nome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«da fome», em «o medo da fome» → complemento do nome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«da vitória», em «certos da vitória» → complemento do adjetivo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 pão», em «precisavam de pão» → complemento oblíquo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 noite», em «tocavam o sino de noite» → modificador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Medo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quê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Certos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quê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Precisavam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quê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Um nome, um adjetivo e um verbo pedem. «Tocavam o sino» fica inteiro: «de noite» é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modificador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casa de pedra» e «a guarda dos muros» têm a mesma forma: nome, «de», nome. Porque é que só um dos grupos é complemento?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«o grito do pajem», o pajem grita; em «a defesa da cidade», a cidade é defendida. Porque é que os dois grupos são complementos do nome?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«Muitos pobres viviam junto ao rio», tirar o lugar estraga a frase; em «Dormiam junto aos muros», não. Porquê, se os dois dizem onde?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4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 notícia do cerco, um título curto, «O cerco», ou completo, «O cerco de Lisboa»: qual escolhes, e porquê?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Escreve três títulos para uma notícia sobre o cerco, um com complemento do nome, um com complemento do adjetivo e um com complemento oblíquo; sublinha-os e diz o teste que fizeste em cada um.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769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títulos sobre o cerco de Lisboa, cada um com o complemento pedido, com grupos teus.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707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707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87985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Sublinha o grupo inteiro que a palavra pede, com a preposição («de Lisboa», não só «Lisboa»).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346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346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4380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lado de cada título, o teste: a palavra que fica a pedir sem o grupo, a pergunta que ela faz («de quê?», «a quê?») e a classe dela.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1986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986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07762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título do oblíquo, mostra que o grupo não troca por «lhe».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título diz mais quando responde logo à pergunta: a defesa de quê? O cerco de quê?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8: Quem completa quem?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2 de leitura. «O filho do rei» (um nome que não vem de um verbo também pede), o erro de quem classifica pela forma («a porta de ferro»), a árvore de uma frase nova com três setas e a pergunta que a lê, «a necessidade de pão» contra «gentes necessitadas de pão», a decisão «Curto ou completo?» (cortar ou guardar o complemento num título), legendas para o quadro da morte do conde e «Muitos pobres viviam junto ao rio» (o lugar que o verbo pede).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8: Quem completa quem?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