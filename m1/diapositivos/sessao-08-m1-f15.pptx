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M1-F15,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mas, portanto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palavras pequenas mudam tudo o que a rapariga da cantiga sente. Vais ver como.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erco-lisboa-froissa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cerco de Lisboa de 1384, iluminura das Crónicas de Froissart (século XV).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«Cercaram-me as ondas» e «não tenho barqueiro»: ligas com «e», com «mas» ou com «portanto»? O que muda?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Coordenar e subordinar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orações estão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coordenadas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quando se ligam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que nenhuma seja parte da outra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Na subordinação, pelo contrário, uma oração ocupa um lugar dentro da outra: é sujeito, complemento, ou acompanha um nome. O que liga duas coordenadas é uma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conjunção coordenativa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(ou só uma vírgula). Há também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advérbios e locuções de ligação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porém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contudo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todavia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isso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que exprimem os mesmos valores sem serem conjunções.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Orações coordenadas são orações ligadas de igual para igual por uma conjunção: e (copulativa), mas (adversativa), ou (disjuntiva), portanto (conclusiva), pois (explicativa).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Mudar a conjunção muda o sentido: «cercaram-me as ondas e eu à espera» não é o mesmo que «cercaram-me as ondas, mas eu à espera».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cantigas e na crónica, a coordenação dá ritmo e encadeia ações; aprende a dividir e a classificar as orações.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a oração em itálico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 OU FRASE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«se vistes meu amigo? /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ai Deus, se verrá cedo?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(Codax)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«Nom hei [eu i] barqueiro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 sei remar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(Mendinho)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«fostes-vos queixar que vos nunca louv'en[o] meu cantar; /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ora quero fazer um cantar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(Guilhade)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«não cabiam pelas ruas principais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atravessavam lugares escusos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(Fernão Lopes)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«Na cidade não havia trigo pera vender,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se o havia era mui pouco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(Fernão Lopes)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pedrohfernandes-klk.github.io/​pt/​m1/​licao-m1-f15/​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valores para pôr duas orações lado a lado: copulativa, adversativa, disjuntiva, conclusiva, explicativa; o «mais» e o «nem» das cantigas cabem lá.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 da coordenação não é «aguentar-se sozinha»; é não estar dentro da outra oração.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 o «que» subordina: em «Acorrei ao Mestre, que o matam!» (Fernão Lopes), o «que» vale por «pois» e «que o matam» é coordenada explicativa.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M1-F15, E, mas, portanto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«Estar lá»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08 · M1-F15 · E, mas, portanto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