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M1-F15, E, mas, portanto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1, LIÇÃO M1-F15,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E, mas, portanto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Três palavras pequenas mudam tudo o que a rapariga da cantiga sente. Vais ver como.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erco-lisboa-froissar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cerco de Lisboa de 1384, iluminura das Crónicas de Froissart (século XV).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M1-F15, E, mas, portanto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«Cercaram-me as ondas» e «não tenho barqueiro»: ligas com «e», com «mas» ou com «portanto»? O que muda?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M1-F15, E, mas, portanto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Coordenar e subordinar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Duas orações estão coordenadas quando se ligam sem que nenhuma seja parte da outra. Na subordinação, pelo contrário, uma oração ocupa um lugar dentro da outra: é sujeito, complemento, ou acompanha um nome. O que liga duas coordenadas é uma conjunção coordenativa (ou só uma vírgula). Há também advérbios e locuções de ligação — porém, contudo, todavia, por isso — que exprimem os mesmos valores sem serem conjunções.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M1-F15, E, mas, portanto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Orações coordenadas são orações ligadas de igual para igual por uma conjunção: e (copulativa), mas (adversativa), ou (disjuntiva), portanto (conclusiva), pois (explicativa).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Mudar a conjunção muda o sentido: «cercaram-me as ondas e eu à espera» não é o mesmo que «cercaram-me as ondas, mas eu à espera».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cantigas e na crónica, a coordenação dá ritmo e encadeia ações; aprende a dividir e a classificar as orações.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M1-F15, E, mas, portanto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 a oração em itálico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 OU FRASE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«se vistes meu amigo? / </a:t>
                      </a:r>
                      <a:pPr indent="0" marL="0">
                        <a:buNone/>
                      </a:pPr>
                      <a:r>
                        <a:rPr lang="en-US" sz="15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 ai Deus, se verrá cedo?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» (Codax)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«Nom hei [eu i] barqueiro </a:t>
                      </a:r>
                      <a:pPr indent="0" marL="0">
                        <a:buNone/>
                      </a:pPr>
                      <a:r>
                        <a:rPr lang="en-US" sz="15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nem sei remar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» (Mendinho)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«fostes-vos queixar que vos nunca louv'en[o] meu cantar; / </a:t>
                      </a:r>
                      <a:pPr indent="0" marL="0">
                        <a:buNone/>
                      </a:pPr>
                      <a:r>
                        <a:rPr lang="en-US" sz="15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mais ora quero fazer um cantar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» (Guilhade)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«não cabiam pelas ruas principais </a:t>
                      </a:r>
                      <a:pPr indent="0" marL="0">
                        <a:buNone/>
                      </a:pPr>
                      <a:r>
                        <a:rPr lang="en-US" sz="15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 atravessavam lugares escusos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» (Fernão Lopes)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«Na cidade não havia trigo pera vender, </a:t>
                      </a:r>
                      <a:pPr indent="0" marL="0">
                        <a:buNone/>
                      </a:pPr>
                      <a:r>
                        <a:rPr lang="en-US" sz="15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 se o havia era mui pouco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» (Fernão Lopes)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M1-F15, E, mas, portanto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1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pedrohfernandes-klk.github.io/​pt/​m1/​licao-m1-f15/​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M1-F15, E, mas, portanto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1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pedrohfernandes-klk.github.io/​pt/​m1/​licao-m1-f15/​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M1-F15, E, mas, portanto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valores para pôr duas orações lado a lado: copulativa, adversativa, disjuntiva, conclusiva, explicativa; o «mais» e o «nem» das cantigas cabem lá.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prova da coordenação não é «aguentar-se sozinha»; é não estar dentro da outra oração.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 todo o «que» subordina: em «Acorrei ao Mestre, que o matam!» (Fernão Lopes), o «que» vale por «pois» e «que o matam» é coordenada explicativa.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M1-F15, E, mas, portanto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M1-F15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«Estar lá»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1-f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pedrohfernandes-klk.github.io/​pt/​m1/​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· Sessão 08 · M1-F15 · E, mas, portanto</dc:title>
  <dc:subject>PptxGenJS Presentation</dc:subject>
  <dc:creator>EPI · Português</dc:creator>
  <cp:lastModifiedBy>EPI · Português</cp:lastModifiedBy>
  <cp:revision>1</cp:revision>
  <dcterms:created xsi:type="dcterms:W3CDTF">2026-10-10T20:31:12Z</dcterms:created>
  <dcterms:modified xsi:type="dcterms:W3CDTF">2026-10-10T20:31:12Z</dcterms:modified>
  <dc:description/>
</cp:coreProperties>
</file>