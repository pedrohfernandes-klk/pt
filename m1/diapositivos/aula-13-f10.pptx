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UNIDADE 2: A CIDADE NA CRÓNICA DE FERNÃO LOPES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Estar lá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Planear a crónica do módulo com três gestos de Fernão Lopes: começar dentro do momento, confrontar duas fontes e marcar cada fala como documentada ou imaginada.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TXxbXe/qr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pedrohfernandes-klk.github.io/pt/m1/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licao-m1-f10/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Estar lá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Planear a crónica do módulo com três gestos de Fernão Lopes: começar dentro do momento, confrontar duas fontes e marcar cada fala como documentada ou imaginada.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dez cartões em cerca de 45 minutos, o plano da crónica, em papel, em quase 40, e o «Para levar» em 5.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papel: o plano da crónica, com três momentos e a fonte de cada um, o momento escolhido e porquê, as duas fontes e onde divergem (ou, se ainda não foram lidas, o que comparar nelas), a primeira frase dentro do momento e uma fala marcada.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Numa sala de arcos góticos, um homem de gibão claro jaz no chão, de braço estendido. À volta, homens armados, de espada na mão, dois com plumas vermelhas no capacete; à direita, outros entram a correr, de braços no a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4206240" cy="30745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062113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de Sousa Azevedo, </a:t>
            </a:r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Morte do conde Andeiro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c. 1860.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Estar lá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Olha a pintura: vês a cena da porta, ou do meio da sala, a um passo do homem caído? Agora lê só esta frase, escrita para a lição: «6 de dezembro de 1383, paços da rainha: o Mestre de Avis mata o conde Andeiro.»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pões o leitor dentro de um momento em que nunca estiveste?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tua crónica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286000"/>
            <a:ext cx="0" cy="1801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1226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fontes, identificadas e confrontadas;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270357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03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71272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frase dentro do momento;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3040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04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31317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som, cor, movimento e gente à volta da figura;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" y="390448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3913632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fala marcada «documentada» ou «imaginada».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«6 de dezembro de 1383, paços da rainha: o Mestre de Avis mata o conde Andeiro.»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serve esta frase para abrir uma crónica?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momento mais famoso do Mestre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logo o que quem escreve pensa do conde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onde e quando estás, e quem faz o quê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onde e quando estás, e quem faz o quê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data, um lugar, uma ação: antes de qualquer explicação, o leitor sabe onde está e o que acontece ali. A frase foi escrita para esta lição; não é de Fernão Lopes.</a:t>
            </a:r>
            <a:endParaRPr lang="en-US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COMEÇO, POR DENTRO: ONDE ESTÁS?,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Aljubarrota, 14 de agosto de 1385, manhã.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Nun'Álvares desce do cavalo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manda a hoste pôr-se a pé; um rapaz aperta-lhe a cilha e ouve-o dizer: «Aqui.» _(fala imaginada)_Começo escrito para esta lição.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COMEÇO, POR DENTRO: ONDE ESTÁS?,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começo não diz quem foi Nun'Álvares. Faz falta?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Sim, sem isso o leitor perde-se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Não, a cena basta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Só se for pouco conhecida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COMEÇO, POR DENTRO: ONDE ESTÁS?,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lugar e uma hora: Aljubarrota, uma manhã de agosto de 1385. Sabes onde estás antes de saberes porquê.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COMEÇO, POR DENTRO: ONDE ESTÁS?,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logo alguém a fazer alguma coisa, agora: Nun'Álvares desce do cavalo. Ninguém te conta o momento: estás lá dentro.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COMEÇO, POR DENTRO: ONDE ESTÁS?,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COMEÇAR DENTRO DO MOMENTO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primeira frase põe o leitor num lugar, numa hora e numa ação.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COMEÇO, POR DENTRO: ONDE ESTÁS?,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apresentar a figura. «Esta é a história de uma figura muito importante» deixa-te à porta.Não é resumir. «Em 1385, houve uma batalha em Aljubarrota»: sem instante.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UM COMEÇO, POR DENTRO: ONDE ESTÁS?,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Primeira frase: onde, quando, e alguém a fazer alguma coisa.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Começos para uma crónica do grito. Qual põe o leitor dentro do momento?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962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«6 de dezembro de 1383, diante dos paços: o pajem esporeia o cavalo.»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«Em dezembro de 1383, Lisboa viveu dias de agitação.»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477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7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6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 pajem esporeia o cavalo e começa a gritar, cada vez mais alto, ao galope.»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«6 de dezembro de 1383, diante dos paços: o pajem esporeia o cavalo.»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«6 de dezembro de 1383, diante dos paços»: onde e quando. «O pajem esporeia o cavalo»: alguém a fazer alguma coisa. Os começos foram feitos para o exercício.</a:t>
            </a:r>
            <a:endParaRPr lang="en-US" sz="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DOIS NÚMEROS: QUAL ESCREVES?,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capítulo do sino de cada quadrilha: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«cap. CXVI»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edição de 1897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«capítulo 115»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#EstudoEmCasa da DGE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.Fernão Lopes,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(edição de 1897); DGE, #EstudoEmCasa, «Capítulo 115 da Crónica de D. João I».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DOIS NÚMEROS: QUAL ESCREVES?,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números para o mesmo capítulo. Um deles está errado?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Sim, o de 1897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Sim, o da DGE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Nenhum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DOIS NÚMEROS: QUAL ESCREVES?,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CXVI e 115: a edição de 1897 numera os capítulos de outra maneira. Nenhum número está errado.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DOIS NÚMEROS: QUAL ESCREVES?,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Mesmo que confies mais numa, as duas aparecem, cada uma com a sua origem. Na crónica, faz o mesmo com a hora ou com quem estava.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DOIS NÚMEROS: QUAL ESCREVES?,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DE DUAS FONTES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Pôr duas fontes lado a lado e dizer onde divergem, com a origem de cada versão.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DOIS NÚMEROS: QUAL ESCREVES?,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escolher uma e calar a outra. Só «cap. CXVI» perde quem procura o 115.Não é inventar um meio-termo. Trinta homens numa, cinquenta noutra: «quarenta» não está em nenhuma.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DOIS NÚMEROS: QUAL ESCREVES?,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versões? Escreves as duas e dizes de onde vem cada uma.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imaginário: uma fonte põe o teu momento de manhã, a outra à tarde. O que escreves?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 horas, cada uma com a fonte que a dá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Tirar a hora, para não arriscares um erro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«Ao meio-dia», a meio caminho entre as duas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 horas, cada uma com a fonte que a dá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Confrontar é pôr as duas versões lado a lado, com a origem de cada uma: «de manhã, segundo uma; à tarde, segundo a outra». O leitor fica a saber o que se sabe e o que não.</a:t>
            </a:r>
            <a:endParaRPr lang="en-US" sz="2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FALA PRECISA DE AVISO?,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crónica, o pajem grita: «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Matam o Mestre!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»No começo de Aljubarrota, Nun'Álvares diz: «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Aqui.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»Fernão Lopes,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XII (edição de 1897); o começo foi escrito para esta lição.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FALA PRECISA DE AVISO?,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«Matam o Mestre!» está na crónica. Foram exatamente estas as palavras gritadas?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Sim: a crónica regista-as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Não se sabe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Não: o cronista inventou-as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FALA PRECISA DE AVISO?,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«Matam o Mestre!» vem de uma fonte: a crónica regista-a. Se as palavras foram exatamente estas, não se sabe.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FALA PRECISA DE AVISO?,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«Aqui.» não vem de fonte nenhuma: quem escreveu criou-a. Diz-o ao leitor e não a deixa contradizer as fontes.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FALA PRECISA DE AVISO?,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 DOCUMENTADA OU IMAGINADA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Documentada: uma fonte regista-a. Imaginada: quem escreve cria-a, assinala-a e não contradiz as fontes.</a:t>
            </a: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FALA PRECISA DE AVISO?,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licença para contradizer. O pajem a sussurrar desmentiria o «a altas vozes» da crónica.Não é o discurso direto. As aspas mostram palavras ditas, não de onde vêm.</a:t>
            </a:r>
            <a:endParaRPr 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FALA PRECISA DE AVISO?,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fala leva a sua marca: documentada ou imaginada.</a:t>
            </a:r>
            <a:endParaRPr lang="en-US" sz="3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 começo de crónica, toca na fala que terias de marcar «imaginada».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pajem brada: «Matam o Mestre!» Um ferreiro larga o martelo: «Que gritam?» Álvaro Pais responde: «Acorramos ao Mestre, amigos!»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«Que gritam?»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 gritam?» não vem de fonte nenhuma: o ferreiro foi criado por quem escreveu (o começo foi feito para o exercício). O grito do pajem e o brado de Álvaro Pais estão no cap. XII: são documentados.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«Acorramos ao Mestre, amigos! Acorramos ao Mestre, que o matam sem porquê!»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Álvaro Pais brada isto na crónica. Que fala imaginada desmente a fonte?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mulher, à janela: «Quem é que grita assim na rua?»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4273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73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282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Pais: «Fechai a porta, que não é connosco.»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873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882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Pais, já rouco: «Ao Mestre! Ao Mestre!»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Álvaro Pais: «Fechai a porta, que não é connosco.»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crónica põe Álvaro Pais a chamar todos ao Mestre. Pô-lo a fechar a porta desmente a fonte: a marca «imaginada» não salva uma fala que diz o contrário.</a:t>
            </a:r>
            <a:endParaRPr lang="en-US" sz="2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é que «Esta é a história de uma figura muito importante» deixa o leitor à porta?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fontes dizem coisas diferentes sobre o teu momento. Qual tem razão?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Numa crónica, imaginar uma fala é enganar o leitor?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momento vais contar, e como pões o leitor lá dentro? Faz o plano da tua crónica, em papel.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674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momentos possíveis, cada um com a sua fonte identificada.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9024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0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11600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momento escolhido, e porquê: mais ação e mais gente à volta da figura.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3759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75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385056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duas fontes desse momento: onde divergem, com a origem de cada versão, ou o que vais comparar nelas.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1033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03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112512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frase, dentro do momento (lugar, hora, ação), e uma fala marcada «documentada» ou «imaginada».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Risca, não apagues: a frase cortada é a prova de que reviste.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13: Estar lá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6 cartões de pergunta e 2 de leitura. «Gente à volta» (o que perde o começo de Aljubarrota sem o rapaz e a hoste), «Uma fotógrafa, por dentro» (transferir o começo dentro do momento), o «Decide» «Imaginar é enganar?», com a iluminura do cerco de Lisboa nas Crónicas de Froissart, «O que vem da fonte» (pormenores documentados ou imaginados, como as falas), «1290 ou 1296» (o caso da aula 1, a que falta a origem de cada data), o «Recorda» do visualismo, «A frase riscada» e «Duas datas, um concerto». Em casa, ler as duas fontes e escrever em papel onde divergem, com a origem de cada versão.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TXxbXe/qr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1, aula 13: Estar lá</dc:title>
  <dc:subject>PptxGenJS Presentation</dc:subject>
  <dc:creator>EPI, Português</dc:creator>
  <cp:lastModifiedBy>EPI, Português</cp:lastModifiedBy>
  <cp:revision>1</cp:revision>
  <dcterms:created xsi:type="dcterms:W3CDTF">2026-10-24T11:04:22Z</dcterms:created>
  <dcterms:modified xsi:type="dcterms:W3CDTF">2026-10-24T11:04:22Z</dcterms:modified>
</cp:coreProperties>
</file>