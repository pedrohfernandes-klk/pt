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1: VOZES DA LÍRICA MEDIEVAL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Louvar e troçar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como D. Dinis louva a sério e exagera até ao fim, e como Guilhade troça com as palavras do louvor; distinguir a cantiga de amor, a hipérbole e o escárnio e maldizer.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licao-m1-f04/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Louvar e troçar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como D. Dinis louva a sério e exagera até ao fim, e como Guilhade troça com as palavras do louvor; distinguir a cantiga de amor, a hipérbole e o escárnio e maldizer.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13 cartões, uma canção ouvida,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seis linhas: onde é que o elogio se parte? A comparada com B, com uma citação de cada e as palavras hipérbole e escárnio.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ágina manuscrita a duas colunas, com estrofes copiadas à mão e números à margem; no alto, à esquerda, lê-se «El Rey dom Denis»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948" y="914400"/>
            <a:ext cx="3456264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Cancioneiro da Biblioteca Nacional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cópia do século XVI: cantigas de D. Dinis.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Louvar e troçar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página de um cancioneiro, copiada no século XVI, as cantigas são de «El Rey dom Denis»: procura nelas a palavra «senhor». Esse rei louva a sua senhora acima de todas as mulheres do mundo; outro trovador promete louvar uma dona e chama-lhe feia, velha e louca.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é que o elogio se parte?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querrei muit'i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loar mia senhor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»«[…] sei eu bem que nom / ham tam gram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coita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seu coraçom / qual m'eu por mia senhor vejo levar»D. Dinis, cantigas 544 (estrofe 1) e 548 (estrofe 1),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Cantigas Medievais Galego-Portuguesas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(FCSH/NOVA).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«Mia senhor»: o trovador fala de um homem ou de uma mulher?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De um homem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De uma mulher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«Loar mia senhor»: louvar a minha senhora. Nas cantigas, a «senhor» é a mulher a quem o trovador serve. Quem fala é um homem.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cantiga 548, os trovadores da Provença não têm tanta «coita» como ele. A coita é o sofrimento de amor do trovador.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CANTIGA DE AMOR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Fala um homem, que louva a «senhor» a quem serve e se queixa da coita.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 cantiga de amigo. Aí fala uma rapariga, do amigo.Não a decide o refrão. Esta de D. Dinis não tem refrão: diz-se de mestria.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FALA, E QUEM É A «SENHOR»?,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quem fala: um homem que louva a «senhor» e sofre por ela.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uma cantiga tem refrão; nela, um homem louva a senhora e queixa-se da coita. É cantiga de amor.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Verdadeiro: o género lê-se na voz e no que ela faz, louvar a «senhor» e queixar-se da coita. A de D. Dinis não tem refrão; esta tem, e continua a ser de amor.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D. Dinis, «Quer'eu em maneira de proençal»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as palavras do louvor e repara como acaba: consegue ele dizer o bem todo dela?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Quer'eu em maneira de proençal fazer agora um cantar d'amor e querrei muit'i loar mia senhor a que prez nem fremosura nom fal, 5nem bondade; e mais vos direi en: tanto a fez Deus comprida de bem que mais que todas las do mundo val. […] 15Ca em mia senhor nunca Deus pôs mal, mais pôs i prez e beldad'e loor e falar mui bem e riir melhor que outra molher; des i é leal muit'; e por esto nom sei hoj'eu quem 20possa compridamente no seu bem falar, ca nom há, tra'lo seu bem, al.D. Dinis (rei de 1279 a 1325), «Quer'eu em…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«tanto a fez Deus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comprida de bem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que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que todas las do mundo val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.»D. Dinis, «Quer'eu em maneira de proençal», cantiga 544, fim da estrofe 1.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mais que todas las do mundo val»: D. Dinis está a mentir?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Mente: ninguém o pode saber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mente: exagera de propósito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Não mente: para ele, é verdade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«Comprida de bem»: cheia de qualidades. Até aqui, o trovador louva a senhora.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põe-na acima de todas as mulheres do mundo. Ninguém pode fazer essa medida: o louvor exagera, e engrandece-a.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HIPÉRBOLE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Exagero que engrandece ou diminui.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descrição. «Vale muito» descreve; «mais que todas las do mundo» já ninguém o mede.Não engrandece sempre. Também diminui: «isto não pesa nada», de uma mochila cheia.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QUANTO VALE A SENHORA DE D. DINIS?,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se alguém o podia medir: se não, é exagero.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«possa compridamente no seu bem»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acaba com «nom sei hoj'eu quem / possa compridamente no seu bem / falar». Que faz este fim ao louvor?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Desfaz o louvor: afinal, não a conhece bem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Leva-o ao máximo: nem as palavras chegam ao bem dela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Confessa que é mau trovador: não sabe louvá-la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Leva-o ao máximo: nem as palavras chegam ao bem dela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louvor acaba a confessar que não chega: nenhuma palavra diz o bem todo dela. É a última hipérbole de A, e engrandece a senhora até ao fim.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12471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8" name="Image 0" descr="/tmp/aulas-diap-TXxbXe/qr-4-v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743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«Ai, dona fea», com música de Filipe Melo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MPMP Património Musical Vivo, 4 min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51960" y="91440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João Garcia de Guilhade, «Ai dona fea, fostes-vos queixar»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057400"/>
            <a:ext cx="6751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OUVIR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refrão, ouve a voz e os instrumentos: soam a louvor ou a troça?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51960" y="3566160"/>
            <a:ext cx="6751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dona fea, fostes-vos queixar que vos nunca louv'en[o] meu cantar; mais ora quero fazer um cantar em que vos loarei todavia; e vedes como vos quero loar: dona fea, velha e sandia! Dona fea, se Deus mi perdom, pois havedes [a]tam gram coraçom que vos eu loe, em esta razom vos quero já loar todavia; e vedes qual será a loaçom: dona fea, velha e sandia! Dona fea, nunca vos eu loei em meu trobar, pero muito trobei; mais ora já um bom cantar farei em que vos loarei todavia; e direi-vos como vos loarei: dona fea,…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vos nunca louv'en[o] meu cantar;»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B, foi a dona que se queixou de não ser louvada: o insulto chega como resposta ao pedido dela.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Verdadeiro: ela queixa-se de nunca ter sido louvada no cantar dele, e ele faz-lhe a vontade à sua maneira: o «louvor» que lhe dá é «dona fea, velha e sandia!».</a:t>
            </a:r>
            <a:endParaRPr lang="en-US" sz="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cantiga de Guilhade tem graça ou é cruel?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dona pediu louvor. Guilhade promete louvá-la «todavia», de qualquer modo, e em cada estrofe o louvor anunciado é o mesmo refrão: «dona fea, velha e sandia!».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Graça ou crueldade?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lhe acha graça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queixou-se de nunca ser louvada no cantar dele, e ele deu-lhe um cantar. A graça está na resposta: anuncia «e vedes qual será a loaçom» e entrega o contrário. Quem ouve ri-se da palavra que promete uma coisa e dá outra.Guilhade, cantiga 1520, estrofe 2.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a acha cruel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Chama-lhe feia, velha e louca no fim de cada estrofe: «dona fea, velha e sandia!». Ela queria ser louvada e fica insultada num cantar, que se faz para ser ouvido. E nunca fala: da queixa dela só sabemos o que ele conta.Guilhade, cantiga 1520, refrão.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a quem lhe acha graça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tira a dona e a graça acaba. «Loar» só faz rir porque o refrão lhe chama feia, velha e louca. Se a graça precisa de alguém que fique mal, não está só nas palavras.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vedes como vos quero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/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velha e sandia!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»João Garcia de Guilhade, «Ai dona fea, fostes-vos queixar», cantiga 1520, fim da estrofe 1.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Guilhade diz mal da dona às claras, ou de maneira escondida?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Às claras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Escondida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As duas coisas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«Loar» promete louvor, e o que vem a seguir é insulto: a palavra fica com dois entendimentos, louvar e troçar.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refrão diz mal às claras. A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de Trovar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separa os dois modos: «per palavras cobertas que hajam dous entendimentos» ou «descobertamente».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ESCÁRNIO E MALDIZER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mal de alguém por palavras cobertas, com dois entendimentos (escárnio), ou descobertamente (maldizer).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depende de o alvo ter nome. A dona não tem nome; o refrão diz mal às claras.Não obriga a escolher um só. «Ai dona fea» tem os dois.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FAZ GUILHADE COM «LOAR»?,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como se diz o mal: coberto é escárnio, às claras é maldizer.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vedes qual será a loaçom:»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que Guilhade não prometia louvor nenhum e deixava só o refrão. Que perdia B?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Nada: a dona continua sem nome, e isso faz o escárnio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273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73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8244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escárnio: sem promessa de louvor, não há dois entendimentos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5254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5263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maldizer: sem «loar», deixava de dizer mal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escárnio: sem promessa de louvor, não há dois entendimentos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 promessa de louvor, ficava só o insulto às claras: maldizer. O escárnio está em «loar» e «loaçom», que prometem louvor e entregam insulto: palavras cobertas, com dois entendimentos. B tem os dois.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«Mia senhor»: porque chama o trovador «senhor» a uma mulher, e o que faz por ela?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mais que todas las do mundo val»: D. Dinis está a mentir?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«Ai dona fea»: escárnio ou maldizer?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é que o elogio se parte?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é que o elogio se parte? Compara A e B em cinco a seis linhas, com uma citação de cada e as palavras hipérbole e escárnio.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91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à pergunta: em A, o louvor vai a sério até ao fim; em B, parte-se no refrão, quando o louvor anunciado vira insulto.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palavra hipérbole para A, com uma citação entre aspas (por exemplo, «que mais que todas las do mundo val»).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palavra escárnio para B e explica os dois entendimentos de «loar», com uma citação entre aspas.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208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20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3001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A e B partilham: nas duas, a voz que diz «eu» é a de um homem que fala em louvar uma mulher.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«Dona fea, velha e sandia!», canta Guilhade depois de prometer um louvor: a forma do elogio, o sentido ao contrário.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4: Louvar e troçar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3 de leitura. A coita numa fala inventada; hipérboles que engrandecem e que diminuem, ao lado de descrições; uma cantiga de D. Dinis cantada com a música do Pergaminho Sharrer (4 min); falas inventadas para arrumar em cantiga de amor, escárnio e maldizer; a tenção de Guilhade com o jogral Lourenço (as findas, com as quatro estrofes de antes em «Ler mais») e a ameaça que não é argumento; a sílaba métrica, com o primeiro verso de A, a contagem do primeiro verso de B e onde se para de contar no refrão de B. No percurso: as missões «No tempo da flor» (D. Dinis, cantiga 548) e «Um homem comum». O Ler a fundo «Louvar e troçar» (guilhade-dona-fea) faz-se depois da aula 5.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4: Louvar e troçar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