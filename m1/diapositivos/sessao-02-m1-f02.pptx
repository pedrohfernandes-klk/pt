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M1-F02, Cercada pelas ondas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1, LIÇÃO M1-F02,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Cercada pelas ondas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rapariga sozinha numa ermida, e o mar a subir. Ninguém vem.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vindel-pergaminho-201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Pergaminho Vindel exposto (fotografia de Luis Miguel Bugallo Sánchez, 2017). CC BY-SA 4.0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M1-F02, Cercada pelas ondas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fala, e quem nunca chega a falar?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M1-F02, Cercada pelas ondas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vindel-pergaminho-2018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MENDINHO, «SEDIA-M'EU NA ERMIDA DE SAM SIMION»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Sedia-m'eu na ermida de Sam Simion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cercarom-mi as ondas, que grandes som!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 atendendo meu amig', eu a[tendendo].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Estando na ermida ant'o altar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[e] cercarom-mi as ondas grandes do mar.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 atendendo meu amig', eu a[tendendo].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cercarom-mi as ondas, que grandes som!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Nom hei [eu i] barqueiro nem remador.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 atendendo meu amig', eu a[tendendo].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Mendinho, séc. XIII, Cantigas Medievais Galego-Portuguesas (FCSH). Os parênteses retos marcam palavras acrescentadas pelos editores.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M1-F02, Cercada pelas ondas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vindel-pergaminho-2018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MENDINHO, «SEDIA-M'EU NA ERMIDA DE SAM SIMION»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cercarom-mi [as] ondas do alto mar;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nom hei [eu i] barqueiro nem sei remar.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 atendendo meu amig', eu a[tendendo].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Nom hei [eu] i barqueiro nem remador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[e] morrerei fremosa no mar maior.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 atendendo meu amig', eu a[tendendo].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Nom hei [eu i] barqueiro nem sei remar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morrerei fremosa no alto mar.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 atendendo meu amig', eu a[tendendo].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Mendinho, séc. XIII, Cantigas Medievais Galego-Portuguesas (FCSH). Os parênteses retos marcam palavras acrescentadas pelos editores.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M1-F02, Cercada pelas ondas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Fala uma rapariga, mas quem escreve é um homem, Mendinho: a cantiga de amigo empresta ao trovador uma voz feminina.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ondas sobem e cercam-na: a natureza não é confidente, é ameaça; ela não tem barqueiro nem sabe remar.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repetição faz a cantiga: o refrão, o paralelismo (estrofes aos pares) e o leixa-pren (um verso que passa para a estrofe seguinte).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M1-F02, Cercada pelas ondas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Refrão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 verso que se repete no fim de cada estrofe.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Paralelismo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duas estrofes seguidas dizem quase o mesmo, com uma ou duas palavras trocadas.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Natureza confidente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nas cantigas de amigo, a rapariga fala com o mar, as flores ou as aves como se fossem amigas.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M1-F02, Cercada pelas ondas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1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pedrohfernandes-klk.github.io/​pt/​m1/​licao-m1-f02/​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M1-F02, Cercada pelas ondas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1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pedrohfernandes-klk.github.io/​pt/​m1/​licao-m1-f02/​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M1-F02, Cercada pelas ondas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NO CADERNO, 13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Mudar de voz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83794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148840"/>
            <a:ext cx="981425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Agora fala o </a:t>
            </a:r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amigo</a:t>
            </a:r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longe. Quatro versos em paralelismo, com um refrão que responda ao dela. Usa pelo menos duas palavras da cantiga. Um começo feito, para veres o modelo: «Cercarom-mi as serras, que altas som! / Eu atendendo mia amiga, eu atendendo.» Os teus versos passam-se noutro lugar, não nas serras.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M1-F02, Cercada pelas ondas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rapariga de Mendinho não tem com quem falar: as ondas que a cercam não respondem, e o amigo nunca chega.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repetição nascem três nomes: refrão (v. 3, em todas as estrofes), paralelismo (vv. 1 e 4) e leixa-pren (o v. 2 volta como v. 7).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«Morrerei fremosa no mar maior» (v. 14) aceita leituras incompatíveis; o que as separa é a palavra do texto que cada uma cita.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M1-F02, Cercada pelas ondas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M1-F02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«Luna, lua: o que caiu pelo caminho»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1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· Sessão 02 · M1-F02 · Cercada pelas ondas</dc:title>
  <dc:subject>PptxGenJS Presentation</dc:subject>
  <dc:creator>EPI · Português</dc:creator>
  <cp:lastModifiedBy>EPI · Português</cp:lastModifiedBy>
  <cp:revision>1</cp:revision>
  <dcterms:created xsi:type="dcterms:W3CDTF">2026-10-11T03:02:52Z</dcterms:created>
  <dcterms:modified xsi:type="dcterms:W3CDTF">2026-10-11T03:02:52Z</dcterms:modified>
  <dc:description/>
</cp:coreProperties>
</file>