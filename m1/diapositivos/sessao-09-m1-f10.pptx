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M1-F10,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 lá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uma figura histórica e um momento decisivo, e põe o leitor lá, como Fernão Lopes.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morte-conde-andei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do Conde Andeiro (José de Sousa Azevedo, c. 1860).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 história, e com que provas?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uma figura histórica e conta, como cronista, um momento decisivo da sua vida.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Fernão Lopes: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confronta pelo menos duas fontes;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começa num momento concreto;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põe o leitor lá, com som, cor e movimento;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mostra a figura no meio de outras pessoas (atores individuais e coletivos);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inclui uma fala em discurso direto e assinala se é documentada ou imaginada.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quem: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leitores de uma revista de história para jovens. Esta crónica é 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1 do Projeto do ano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crónica do módulo é a tarefa de 25 %: um momento decisivo de uma figura ou de um lugar, visto de perto, com o método de Fernão Lopes.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o momento, recolhe pelo menos duas fontes que digam coisas diferentes e regista-as; depois o pormenor, a gente em ação, uma fala.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Escreve-se na oficina, com o Guia da tarefa; esta lição apresenta-te a encomenda, os passos e os critérios de avaliação.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 (AUTOR, TÍTULO, DATA)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DIZ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CONFIRMA-SE NOUTRA FONTE?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Figuras e fontes possíveis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Álvaro Pais ou o pajem, a 6 de dezembro de 1383 (Fernão Lopes, cap. XII); Nuno Álvares Pereira em Aljubarrota (Wikipédia, «Batalha de Aljubarrota»); uma pessoa do cerco de 1384 (Fernão Lopes, caps. CXVI e CXLVIII; Wikipédia, «Cerco de Lisboa (1384)»); Inês de Castro (Wikipédia, «Inês de Castro»); ou alguém da área do teu curso, um fotógrafo, um músico, um realizador (Wikipédia e uma entrevista publicada). Sempre duas fontes, identificadas.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1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pedrohfernandes-klk.github.io/​pt/​m1/​licao-m1-f10/​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 tem cinco gestos de Fernão Lopes: duas fontes, um momento concreto, som, cor e movimento, gente à volta, uma fala assinalada.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conta à parte: a tabela de fontes, os três momentos e a frase riscada provam o caminho.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«Documentada» ou «imaginada» é a palavra que separa o cronista do inventor; é ela que o leitor da revista vai procurar.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M1-F10, Estar lá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M1-F10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«Ondas, gritos e grãos de trigo»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09 · M1-F10 · Estar lá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