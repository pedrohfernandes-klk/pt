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M1-F10, Estar lá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1, LIÇÃO M1-F10, UNIDADE 3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Estar lá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Escolhe uma figura histórica e um momento decisivo, e põe o leitor lá, como Fernão Lopes.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morte-conde-andeir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Morte do Conde Andeiro (José de Sousa Azevedo, c. 1860).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M1-F10, Estar lá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conta a história, e com que provas?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M1-F10, Estar lá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encomenda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Escolhe uma figura histórica e conta, como cronista, um momento decisivo da sua vida.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Fernão Lopes: 1. confronta pelo menos duas fontes; 2. começa num momento concreto; 3. põe o leitor lá, com som, cor e movimento; 4. mostra a figura no meio de outras pessoas (atores individuais e coletivos); 5. inclui uma fala em discurso direto e assinala se é documentada ou imaginada.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quem: leitores de uma revista de história para jovens. Esta crónica é a etapa 1 do Projeto do ano.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M1-F10, Estar lá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crónica do módulo é a tarefa de 25 %: um momento decisivo de uma figura ou de um lugar, visto de perto, com o método de Fernão Lopes.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 o momento, recolhe pelo menos duas fontes que digam coisas diferentes e regista-as; depois o pormenor, a gente em ação, uma fala.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Escreve-se na oficina, com o Guia da tarefa; esta lição apresenta-te a encomenda, os passos e os critérios de avaliação.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M1-F10, Estar lá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FONTE (AUTOR, TÍTULO, DATA)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DIZ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CONFIRMA-SE NOUTRA FONTE?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M1-F10, Estar lá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Figuras e fontes possíveis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Álvaro Pais ou o pajem, a 6 de dezembro de 1383 (Fernão Lopes, cap. XII); Nuno Álvares Pereira em Aljubarrota (Wikipédia, «Batalha de Aljubarrota»); uma pessoa do cerco de 1384 (Fernão Lopes, caps. CXVI e CXLVIII; Wikipédia, «Cerco de Lisboa (1384)»); Inês de Castro (Wikipédia, «Inês de Castro»); ou alguém da área do teu curso, um fotógrafo, um músico, um realizador (Wikipédia e uma entrevista publicada). Sempre duas fontes, identificadas.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M1-F10, Estar lá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88290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8" name="Image 0" descr="/home/user/epi-portugues-fontes/_interno/biblioteca-imagens/qr/licao-m1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pedrohfernandes-klk.github.io/​pt/​m1/​licao-m1-f10/​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M1-F10, Estar lá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1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pedrohfernandes-klk.github.io/​pt/​m1/​licao-m1-f10/​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M1-F10, Estar lá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26161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encomenda tem cinco gestos de Fernão Lopes: duas fontes, um momento concreto, som, cor e movimento, gente à volta, uma fala assinalada.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4198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419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429000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processo conta à parte: a tabela de fontes, os três momentos e a frase riscada provam o caminho.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822960" y="436473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364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373880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«Documentada» ou «imaginada» é a palavra que separa o cronista do inventor; é ela que o leitor da revista vai procurar.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M1-F10, Estar lá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M1-F10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651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651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74340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«Ondas, gritos e grãos de trigo»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1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pedrohfernandes-klk.github.io/​pt/​m1/​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M1 · Sessão 09 · M1-F10 · Estar lá</dc:title>
  <dc:subject>PptxGenJS Presentation</dc:subject>
  <dc:creator>EPI · Português</dc:creator>
  <cp:lastModifiedBy>EPI · Português</cp:lastModifiedBy>
  <cp:revision>1</cp:revision>
  <dcterms:created xsi:type="dcterms:W3CDTF">2026-10-10T20:31:13Z</dcterms:created>
  <dcterms:modified xsi:type="dcterms:W3CDTF">2026-10-10T20:31:13Z</dcterms:modified>
  <dc:description/>
</cp:coreProperties>
</file>