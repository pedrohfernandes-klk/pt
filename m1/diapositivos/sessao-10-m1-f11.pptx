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M1-F11, Ondas, gritos e grãos de trigo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1, LIÇÃO M1-F11,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Ondas, gritos e grãos de trigo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cantiga, uma crónica e tudo o que aprendeste entre as duas: a revisão antes da prova.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fernao-lop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Fernão Lopes (retrato imaginado, Pollini).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M1-F11, Ondas, gritos e grãos de trigo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conta a história, e com que provas?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M1-F11, Ondas, gritos e grãos de trigo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fernao-lop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TEXTO 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Ondas do mar de Vigo,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vistes meu amigo?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ai Deus, se verrá cedo?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Ondas do mar levado,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vistes meu amado?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ai Deus, se verrá cedo?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Martim Codax, Cantigas Medievais Galego-Portuguesas (FCSH), n.º 1308 (estrofes 1 e 2)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M1-F11, Ondas, gritos e grãos de trigo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fernao-lop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TEXTO B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lugar onde costumavam a vender o trigo, andavam homens e moços esgravatando a terra, e se achavam algum grão de trigo metiam-no na boca, sem tendo outro mantimento.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Fernão Lopes,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Crónica de D. João I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(edição de 1897), cap. CXLVIII (excerto).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M1-F11, Ondas, gritos e grãos de trigo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da prova, põe uma cantiga e uma crónica lado a lado, com tudo o que aprendeste entre as duas.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048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048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05714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cantiga, lembra quem fala, a quem, o refrão, o paralelismo e o leixa-pren; da crónica, o visualismo e o povo como personagem.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gramática: os processos fonológicos, os complementos do nome e do adjetivo, as orações coordenadas.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M1-F11, Ondas, gritos e grãos de trigo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Paralelismo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estrofes seguidas dizem quase o mesmo, com uma ou duas palavras trocadas.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Leixa-pren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 segundo verso de uma estrofe passa a primeiro de uma estrofe seguinte.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Visualismo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fazer ver, com som, cor e movimento.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Personagem coletiva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um grupo que age como uma só figura.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M1-F11, Ondas, gritos e grãos de trigo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rápido para a exposição da prova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Tema provável: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repetição nas canções, das cantigas de amigo à música de hoje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Introdução: o que é repetir numa canção.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Desenvolvimento 1: refrão, paralelismo e leixa-pren nas cantigas, com um exemplo.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Desenvolvimento 2: o refrão numa canção de hoje, com um exemplo.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Conclusão: o que a repetição faz a quem ouve. Entre 180 e 240 palavras.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M1-F11, Ondas, gritos e grãos de trigo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«Ondas do mar de Vigo»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1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pedrohfernandes-klk.github.io/​pt/​m1/​licao-m1-f11/​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M1-F11, Ondas, gritos e grãos de trigo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1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pedrohfernandes-klk.github.io/​pt/​m1/​licao-m1-f11/​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M1-F11, Ondas, gritos e grãos de trigo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voz que pergunta às ondas e um narrador que mostra homens a esgravatar a terra: num texto sofre quem fala, no outro sofre um povo inteiro.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Fernão Lopes como repórter: o pormenor que se vê e o povo em ação dão as provas; a objeção é que escreve décadas depois, por encomenda régia.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gramática, três gestos: nomear o processo (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mare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apócope), encontrar de quem depende o complemento, classificar a coordenada pelo valor da conjunção.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M1-F11, Ondas, gritos e grãos de trigo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«VOZ»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quem deste voz na tua crónica?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M1-F11, Ondas, gritos e grãos de trigo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M1-F11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3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1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· Sessão 10 · M1-F11 · Ondas, gritos e grãos de trigo</dc:title>
  <dc:subject>PptxGenJS Presentation</dc:subject>
  <dc:creator>EPI · Português</dc:creator>
  <cp:lastModifiedBy>EPI · Português</cp:lastModifiedBy>
  <cp:revision>1</cp:revision>
  <dcterms:created xsi:type="dcterms:W3CDTF">2026-10-11T03:02:52Z</dcterms:created>
  <dcterms:modified xsi:type="dcterms:W3CDTF">2026-10-11T03:02:52Z</dcterms:modified>
  <dc:description/>
</cp:coreProperties>
</file>