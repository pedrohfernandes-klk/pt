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1.º ANO, MÓDULO 1, UNIDADE 2: A CIDADE NA CRÓNICA DE FERNÃO LOPES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na cena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Separar, em três cenas da crónica, o que uma personagem afirma, o que o relato mostra e o que se pode concluir, com as etiquetas informação explícita, inferência, interpretação e opinião.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TXxbXe/qr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pedrohfernandes-klk.github.io/pt/m1/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licao-m1-f20/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na cena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Separar, em três cenas da crónica, o que uma personagem afirma, o que o relato mostra e o que se pode concluir, com as etiquetas informação explícita, inferência, interpretação e opinião.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12 cartões, uma conversa sobre o que o texto prova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cinco linhas: um grito, uma reação, o que prova o relato? Com uma informação explícita e uma inferência, cada uma com a sua citação entre aspas.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Pormenor de uma pintura sobre madeira: rosto de um homem velho, de rugas fundas e olhos cansados, com um barrete alto escuro e roupa escura de gola alta; à esquerda, a ponta de outro rosto e de um manto vermelh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1287" y="914400"/>
            <a:ext cx="2129587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6967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Nuno Gonçalves, </a:t>
            </a:r>
            <a:pPr indent="0" marL="0">
              <a:buNone/>
            </a:pPr>
            <a:r>
              <a:rPr lang="en-US" sz="10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Painéis de São Vicente</a:t>
            </a:r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século XV (pormenor).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Entrar na cena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Olha para este rosto, pintado nos Painéis de São Vicente no século XV. Na crónica de Fernão Lopes, um pajem galopa pela rua a gritar «Matam o Mestre!», e a cidade corre «com mão armada».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grito, uma reação: o que prova o relato, e o que só se conclui?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Nos paços da rainha, o Mestre de Avis mata o conde Andeiro, caído na pintura. Cá fora, procura o grito do pajem e o que a cidade faz.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A. O GRITO E A REAÇÃO (1 DE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[1]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 pajem do Mestre, que estava à porta, como lhe disseram que fosse pela vila, segundo já era percebido, começou d'ir rijamente e ao galope […], dizendo a altas vozes, bradando pela rua: «Matam o Mestre! Matam o Mestre nos paços da rainha! Acorrei ao Mestre, que o matam!»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[2]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[…] Soaram as vozes do arruído pela cidade, ouvindo todos bradar que matavam o Mestre, e […] se moveram todos com mão armada, correndo à pressa para hu diziam que se esto fazia, pera lhe dar vida e escusar morte.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Fernão Lopes,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Crónica de D. João I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(edição de 1897), cap. XII (cap. 11 na numeração habitual), grafia atualizada; cortes marcados com […].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«dizendo a altas vozes, bradando pela rua: «Matam o Mestre! Matam o Mestre nos paços da rainha! Acorrei ao Mestre, que o matam!»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o pajem grita «Matam o Mestre!», fica provado que o Mestre estava a ser morto.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Falso: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grito é a afirmação de uma personagem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 combinada. Produz a reação; não confirma o que anuncia.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SEM A PALAVRA, COMO SABES QUE É FOME?,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«[…]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andavam homens e moços esgravatando a terra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e se achavam algum grão de trigo metiam-no na boca,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 tendo outro mantimento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.»Fernão Lopes,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Crónica de D. João I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cap. CXLVIII (o grão de trigo da aula 9)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SEM A PALAVRA, COMO SABES QUE É FOME?,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«Fome» não está nesta frase, como viste na aula 9. Podes, mesmo assim, dizer que tinham fome?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Não: não está escrito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Sim: as pistas apoiam-no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Só como opinião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SEM A PALAVRA, COMO SABES QUE É FOME?,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texto di-lo, e apontas as palavras: homens e moços esgravatam a terra.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SEM A PALAVRA, COMO SABES QUE É FOME?,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Concluis a fome juntando pistas: o grão na boca, «sem tendo outro mantimento».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SEM A PALAVRA, COMO SABES QUE É FOME?,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EXPLÍCITA OU INFERÊNCIA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Explícita: o excerto di-lo e apontas as palavras. Inferência apoiada: uma conclusão tirada de pistas do texto.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SEM A PALAVRA, COMO SABES QUE É FOME?,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o que uma voz afirma. «Matam o Mestre!» prova que o pajem gritou, não que o matavam.Não é prova histórica. «Está no texto»: o cronista relata-o.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SEM A PALAVRA, COMO SABES QUE É FOME?,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Apontas as palavras: é explícito, um facto segundo o texto. Juntas pistas: é inferência.</a:t>
            </a:r>
            <a:endParaRPr lang="en-US" sz="3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«correndo à pressa para hu diziam que se esto fazia, pera lhe dar vida e escusar morte.»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«pera lhe dar vida e escusar morte»: que inferência sobre a gente da cidade tem mais apoio?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Acredita no grito e corre a salvar o Mestre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 para fugir do perigo e pôr-se a salvo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 desde o início que o grito era combinado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Acredita no grito e corre a salvar o Mestre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 vida, evitar a morte: o objetivo dito apoia a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inferência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A cidade age como se o perigo fosse certo.</a:t>
            </a:r>
            <a:endParaRPr lang="en-US" sz="2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1384, o rei de Castela cerca Lisboa. Em B, procura com quem decide o Mestre a defesa; em C, repara no lugar onde a gente esgravata a terra.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B. A DEFESA; C. A FOME (2 DE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Ordenou o Mestre com as gentes da cidade, que fosse repartida a guarda dos muros pelos fidalgos e cidadãos […], e em cada uma quadrilha havia um sino pera repicar, quando tal cousa viesse, e como cada um ouvia o sino da sua quadrilha, logo todos direitamente corriam pera lá.</a:t>
            </a:r>
            <a:endParaRPr lang="en-US" sz="26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No lugar onde costumavam a vender o trigo, andavam homens e moços esgravatando a terra, e se achavam algum grão de trigo metiam-no na boca, sem tendo outro mantimento.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Fernão Lopes,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Crónica de D. João I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(edição de 1897): B, cap. CXVI (cap. 115 na numeração habitual); C, cap. CXLVIII (cap. 148 na numeração habitual). Grafia atualizada; corte marcado com […].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«Ordenou o Mestre com as gentes da cidade»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«Ordenou o Mestre com as gentes da cidade»: o que mostra o «com» sobre a defesa?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cidade decide sozinha a defesa, sem o Mestre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Mestre decide junto com a cidade, não sozinho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Mestre manda sozinho, e a cidade só obedece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Mestre decide junto com a cidade, não sozinho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«Ordenou o Mestre </a:t>
            </a:r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</a:t>
            </a:r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as gentes»: a defesa é combinada com o povo, e a guarda repartida por fidalgos e cidadãos.</a:t>
            </a:r>
            <a:endParaRPr lang="en-US" sz="2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«No lugar onde costumavam a vender o trigo, andavam homens e moços esgravatando a terra»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o trigo já não chegava àquela gente não está escrito no excerto, mas conclui-se das pistas dele.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60045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Falso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Verdadeiro.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Verdadeiro: é uma </a:t>
            </a:r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inferência apoiada</a:t>
            </a:r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O texto não diz que o trigo já não chegava àquela gente: concluis da terra esgravatada no lugar onde se vendia trigo e do grão metido na boca.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MARTA OU RUI: QUEM PROVA O QUE DIZ?,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«se moveram todos com mão armada, correndo à pressa»Marta: «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cronista faz de toda a cidade uma só personagem.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»Rui: «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Fizeram muito bem em correr.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»A, cap. XII; os dois comentários foram feitos para a lição.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MARTA OU RUI: QUEM PROVA O QUE DIZ?,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Qual dos dois comentários podes defender apontando palavras do texto?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O da Marta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O do Rui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 Os dois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MARTA OU RUI: QUEM PROVA O QUE DIZ?,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Marta dá um sentido e aponta a prova: «todos» se movem juntos, armados.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MARTA OU RUI: QUEM PROVA O QUE DIZ?,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Rui não aponta palavras: julga. Outro leitor pode achar que fizeram mal, sem ler pior.</a:t>
            </a:r>
            <a:endParaRPr lang="en-US" sz="3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MARTA OU RUI: QUEM PROVA O QUE DIZ?,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INTERPRETAÇÃO OU OPINIÃO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Interpretação: um sentido que se defende com o texto. Opinião: um juízo de valor de quem comenta.</a:t>
            </a:r>
            <a:endParaRPr lang="en-US" sz="2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MARTA OU RUI: QUEM PROVA O QUE DIZ?,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opinião o que só não tem apoio. «O pajem tinha dezasseis anos» não julga: o excerto não o diz.Não é inferência. «O trigo já não chegava» conclui o que se passa.</a:t>
            </a:r>
            <a:endParaRPr lang="en-US" sz="2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MARTA OU RUI: QUEM PROVA O QUE DIZ?,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interpretação aponta palavras do texto; a opinião diz o que vale.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frases sobre a cidade cercada. Que etiqueta merece cada uma?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Andavam a esgravatar ali havia uma semana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Mestre devia ter-se rendido para os salvar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cronista quer que tenhamos pena daquela gente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quadrilha tinha um sino para tocar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04408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interpretação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apoio no excerto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opinião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informação explícita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quadrilha tinha um sino para tocar → informação explícita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cronista quer que tenhamos pena daquela gente → interpretação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Mestre devia ter-se rendido para os salvar → opinião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Andavam a esgravatar ali havia uma semana → sem apoio no excerto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sino de cada quadrilha está em B: aponta-se. A pena defende-se com o texto («homens e moços», «sem tendo outro mantimento»). «Devia» é um juízo de quem comenta. A semana não tem pista nenhuma, e nem por isso é opinião.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pajem grita «Matam o Mestre!». O que prova o relato, e o que não prova?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«No lugar onde costumavam a vender o trigo»: o que diz o texto, e o que concluis tu?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3 DE 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grito combinado foi astúcia ou engano?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grito, uma reação: o que prova o relato? Responde em cinco linhas, com uma informação explícita e uma inferência, cada uma com a sua citação.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928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 o que o pajem afirma (o grito) do que o relato mostra (o grito dito e a cidade a correr).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1564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564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165600"/>
            <a:ext cx="9174175" cy="473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uma informação explícita, com a citação entre aspas.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22960" y="46299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29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639056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uma inferência apoiada e diz de que pistas a tiras, com a citação entre aspas.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" y="53573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35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366512"/>
            <a:ext cx="9174175" cy="473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chama prova ao grito, nem opinião ao que só não tem apoio no excerto.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«Segundo já era percebido»: quatro palavras antes do grito, e o leitor sabe mais do que a cidade inteira.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1, aula 10: Entrar na cena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4 cartões de pergunta e 1 de leitura. «A sala vai fechar!» (o que é explícito num relato imaginado), todos ao sino da sua quadrilha (personagem coletiva e visualismo, da aula 7), o «Recorda» da fonte, o nome do homem de barrete dos Painéis (sem apoio não é opinião) e quatro frases sobre o grito e a defesa, com as etiquetas do exercício longo da aula 11. O passo «Facto ou leitura» (o 4.º) da atividade «Matam o Mestre!» (Ler a fundo), que pede estas etiquetas.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TXxbXe/qr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1, aula 10: Entrar na cena</dc:title>
  <dc:subject>PptxGenJS Presentation</dc:subject>
  <dc:creator>EPI, Português</dc:creator>
  <cp:lastModifiedBy>EPI, Português</cp:lastModifiedBy>
  <cp:revision>1</cp:revision>
  <dcterms:created xsi:type="dcterms:W3CDTF">2026-10-24T11:04:22Z</dcterms:created>
  <dcterms:modified xsi:type="dcterms:W3CDTF">2026-10-24T11:04:22Z</dcterms:modified>
</cp:coreProperties>
</file>