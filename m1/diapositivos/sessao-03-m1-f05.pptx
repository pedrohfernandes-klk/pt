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M1-F05, Luna, lua: o que caiu pelo caminho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1, LIÇÃO M1-F05,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Luna, lua: o que caiu pelo caminho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Entre luna e lua caiu uma letra. Entre o latim e o português caíram séculos, e as mudanças seguem regras.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odax-ondas-191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«Ondas do mar de Vigo», transcrição de Pedro Vindel (1915).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M1-F05, Luna, lua: o que caiu pelo caminho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«O português é latim mal falado.» Concordas?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M1-F05, Luna, lua: o que caiu pelo caminho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consultares: dez processos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Estes processos mudam sons. Escrevem-se com letras porque é assim que vemos as palavras, mas o que muda é o som que cada letra representa.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início: prótese (acrescenta-se um som) e aférese (cai um som).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meio: epêntese (acrescenta-se um som) e síncope (cai um som).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fim: paragoge (acrescenta-se um som) e apócope (cai um som).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Outras mudanças: metátese (sons trocam de lugar), sonorização (um som consonântico surdo passa a sonoro: p&gt;b, t&gt;d, c&gt;g), palatalização (um som passa a palatal, por exemplo ch, lh, nh) e assimilação (um som fica igual ou parecido com o vizinho).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M1-F05, Luna, lua: o que caiu pelo caminho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português vem do latim falado, e os sons mudaram por processos regulares ao longo de séculos.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principais processos são a queda de sons (síncope, apócope), a sonorização (o c passou a g em «amicum» &gt; «amigo»), a metátese (troca de lugar), a palatalização e a assimilação.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o processo permite-te explicar palavras novas e compreender as formas antigas das cantigas.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M1-F05, Luna, lua: o que caiu pelo caminho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LATIM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PORTUGUÊS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PROCESSO(S)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luna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acume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gume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semper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sempre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M1-F05, Luna, lua: o que caiu pelo caminho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«Luna, lua»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pedrohfernandes-klk.github.io/​pt/​m1/​licao-m1-f05/​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M1-F05, Luna, lua: o que caiu pelo caminho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pedrohfernandes-klk.github.io/​pt/​m1/​licao-m1-f05/​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M1-F05, Luna, lua: o que caiu pelo caminho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NO CADERNO, 13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Detetive de etimologias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83794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148840"/>
            <a:ext cx="981425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Procura três palavras do teu curso (imagem, luz, som, cena…) no Dicionário Priberam. Escolhe a que tem a história mais surpreendente e explica-a, em três linhas, a um colega de outro curso.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M1-F05, Luna, lua: o que caiu pelo caminho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nomes para três gestos: cair (aférese, síncope, apócope), juntar (prótese, epêntese, paragoge) e mudar (metátese, sonorização, palatalização, assimilação).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quadro mostra o mesmo processo a repetir-se, c &gt; g em acume &gt; gume e em amicum &gt; amigo: é regra, não acidente.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palavra pode somar processos: em plenum &gt; chẽo &gt; cheio, cai o n e o til marca a nasalidade (síncope), pl passa a ch (palatalização) e, perdida a nasalidade, junta-se um i (epêntese).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M1-F05, Luna, lua: o que caiu pelo caminho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M1-F05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«Louvar e troçar»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1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· Sessão 03 · M1-F05 · Luna, lua: o que caiu pelo caminho</dc:title>
  <dc:subject>PptxGenJS Presentation</dc:subject>
  <dc:creator>EPI · Português</dc:creator>
  <cp:lastModifiedBy>EPI · Português</cp:lastModifiedBy>
  <cp:revision>1</cp:revision>
  <dcterms:created xsi:type="dcterms:W3CDTF">2026-10-10T20:31:12Z</dcterms:created>
  <dcterms:modified xsi:type="dcterms:W3CDTF">2026-10-10T20:31:12Z</dcterms:modified>
  <dc:description/>
</cp:coreProperties>
</file>