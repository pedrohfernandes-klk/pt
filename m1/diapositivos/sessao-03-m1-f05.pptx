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LIÇÃO M1-F05,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Luna, lua: o que caiu pelo caminho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lua</a:t>
            </a:r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caiu uma letra. Entre o latim e o português caíram séculos, e as mudanças seguem regras.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odax-ondas-19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«Ondas do mar de Vigo», transcrição de Pedro Vindel (1915).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 português é latim mal falado.» Concordas?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consultares: dez processos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Estes processos mudam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sons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Escrevem-se com letras porque é assim que vemos as palavras, mas o que muda é o som que cada letra representa.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início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prótese (acrescenta-se um som) e aférese (cai um som).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meio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epêntese (acrescenta-se um som) e síncope (cai um som).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paragoge (acrescenta-se um som) e apócope (cai um som).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Outras mudanças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metátese (sons trocam de lugar), sonorização (um som consonântico surdo passa a sonoro: p&gt;b, t&gt;d, c&gt;g), palatalização (um som passa a palatal, por exemplo ch, lh, nh) e assimilação (um som fica igual ou parecido com o vizinho).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português vem do latim falado, e os sons mudaram por processos regulares ao longo de séculos.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principais processos são a queda de sons (síncope, apócope), a sonorização (o c passou a g em «amicum» &gt; «amigo»), a metátese (troca de lugar), a palatalização e a assimilação.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Conhecer o processo permite-te explicar palavras novas e compreender as formas antigas das cantigas.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PORTUGUÊS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luna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semper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sempre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pedrohfernandes-klk.github.io/​pt/​m1/​licao-m1-f05/​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1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pedrohfernandes-klk.github.io/​pt/​m1/​licao-m1-f05/​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 CADERNO, 13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Detetive de etimologias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83794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148840"/>
            <a:ext cx="98142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três palavras do teu curso (imagem, luz, som, cena…) no Dicionário Priberam. Escolhe a que tem a história mais surpreendente e explica-a, em três linhas, a um colega de outro curso.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nomes para três gestos: cair (aférese, síncope, apócope), juntar (prótese, epêntese, paragoge) e mudar (metátese, sonorização, palatalização, assimilação).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quadro mostra o mesmo processo a repetir-se,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gume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amicum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amigo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é regra, não acidente.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palavra pode somar processos: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plenum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chẽo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cheio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cai 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o til marca a nasalidade (síncope),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passa a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(palatalização) e, perdida a nasalidade, junta-se um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(epêntese).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M1-F05, Luna, lua: o que caiu pelo caminho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M1-F05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«Louvar e troçar»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1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pedrohfernandes-klk.github.io/​pt/​m1/​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Sessão 03 · M1-F05 · Luna, lua: o que caiu pelo caminho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