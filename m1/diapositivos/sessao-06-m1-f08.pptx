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M1-F08, Quem completa quem?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LIÇÃO M1-F08,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completa quem?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 defesa da cidade», «cheias de gente», «correram para os paços»: três complementos, três funções. Vais aprender a distingui-los.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fernao-lop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 (retrato imaginado, Pollini).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M1-F08, Quem completa quem?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 cerco» ou «O cerco de Lisboa»: que título escolherias para uma notícia, e porquê?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M1-F08, Quem completa quem?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complementos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Complemento do nome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completa o sentido de um nome, muitas vezes derivado de um verbo (defender a cidade → a defesa da cidade).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Complemento do adjetivo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completa o sentido de um adjetivo (cousas pouco amigas da natureza).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Complemento oblíquo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completa o sentido de um verbo, com preposição, e não é substituível por «lhe» (Todos correram para os paços).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M1-F08, Quem completa quem?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63347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688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complemento completa o sentido de outra palavra: do nome («a defesa da cidade»), do adjetivo («cheias de gente») ou do verbo, o complemento oblíquo («correram para os paços»).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7917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791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800856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decidir, pergunta de que palavra depende o grupo e o que acontece à frase se ele sair.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7365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745736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complementos tornam um título mais informativo: dizem de quem, de quê, para onde.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M1-F08, Quem completa quem?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complemento está sublinhado?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morte </a:t>
                      </a:r>
                      <a:pPr indent="0" marL="0">
                        <a:buNone/>
                      </a:pPr>
                      <a:r>
                        <a:rPr lang="en-US" sz="18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conde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espalhou-se pela cidade.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guarda </a:t>
                      </a:r>
                      <a:pPr indent="0" marL="0">
                        <a:buNone/>
                      </a:pPr>
                      <a:r>
                        <a:rPr lang="en-US" sz="18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 muros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foi repartida.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cerco </a:t>
                      </a:r>
                      <a:pPr indent="0" marL="0">
                        <a:buNone/>
                      </a:pPr>
                      <a:r>
                        <a:rPr lang="en-US" sz="18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Lisboa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durou mais de três meses.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Comiam cousas pouco amigas </a:t>
                      </a:r>
                      <a:pPr indent="0" marL="0">
                        <a:buNone/>
                      </a:pPr>
                      <a:r>
                        <a:rPr lang="en-US" sz="18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 natureza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ruas estavam cheias </a:t>
                      </a:r>
                      <a:pPr indent="0" marL="0">
                        <a:buNone/>
                      </a:pPr>
                      <a:r>
                        <a:rPr lang="en-US" sz="18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gente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M1-F08, Quem completa quem?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decidir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 ao nome ou ao adjetivo: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exige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este complemento? Se o tiro, a palavra fica a pedir alguma coisa («a defesa» de quê? «cheias» de quê?): é complemento. Se posso tirar sem faltar nada («a casa de pedra» → «a casa»), é modificador.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teste é uma pista: confirma sempre com o sentido.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M1-F08, Quem completa quem?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pedrohfernandes-klk.github.io/​pt/​m1/​licao-m1-f08/​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M1-F08, Quem completa quem?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pedrohfernandes-klk.github.io/​pt/​m1/​licao-m1-f08/​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M1-F08, Quem completa quem?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complementos, três palavras que pedem: o nome («a guarda dos muros»), o adjetivo («cheias de gente») e o verbo («precisavam de trigo»).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teste é sempre o mesmo, tirar e ler: se a palavra fica a pedir, é complemento; se nada falta, é modificador.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 título, o complemento do nome é o que informa: «O cerco de Lisboa» diz de que cerco se trata; «O cerco» não diz nada.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M1-F08, Quem completa quem?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M1-F08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«Lisboa cercada»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1-f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Sessão 06 · M1-F08 · Quem completa quem?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