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2: A CIDADE NA CRÓNICA DE FERNÃO LOPES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Verdade, sem outra mistura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Decidir, com uma cena e uma frase do texto, se a crónica de Fernão Lopes cumpre a promessa do prólogo, «verdade, sem outra mistura», separando o que o cronista relata (e de onde lhe vem a certeza) do que escolhe (a imagem, o pormenor, a ordem).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m1-promessa-do-cronista/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Verdade, sem outra mistura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Decidir, com uma cena e uma frase do texto, se a crónica de Fernão Lopes cumpre a promessa do prólogo, «verdade, sem outra mistura», separando o que o cronista relata (e de onde lhe vem a certeza) do que escolhe (a imagem, o pormenor, a ordem).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os 33 cartões do exercício, projetados, duas colunas no caderno, uma conversa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seis a oito linhas: quem conta a história, e com que provas? Com uma cena e uma frase do texto, entre aspas.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promessa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Fernão Lopes escreve depois do que conta, a partir de livros e cartórios. Antes de contar, promete. Lê as duas frases do prólogo: a primeira diz o que vai deixar de fora; a segunda diz de onde vem a certeza do que escreve. Repara nas palavras exatas, porque é com elas que vais julgar o resto.Nós certamente, levando outro modo, posta a de parte toda a afeição que por azo das ditas razões haver podíamos, nosso desejo foi em esta obra escrever verdade, sem outra mistura, leixando nos bons aquecimentos todo fingido louvor, e mormente mostrar ao povo quaisquer contrárias causas da guisa que avierem.[…]E com quanto cuidado e diligência vimos grandes volumes de livros, e desvairadas linguagens e…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é, exatamente, que Lopes promete deixar de fora? E o que promete pôr?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Segundo o prólogo, o que promete o cronista?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563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verdade sem louvor fingido, pondo de parte a afeição, depois de ver livros e escrituras de cartórios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3369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69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378200"/>
            <a:ext cx="9174175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apenas o que viu com os seus olhos, sem recorrer a documentos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4223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2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232656"/>
            <a:ext cx="9174175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Louvar os bons feitos e calar os maus, para não desagradar ao povo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2960" y="5077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7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087112"/>
            <a:ext cx="9174175" cy="536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de memória, porque os cartórios não eram de confiança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verdade sem louvor fingido, pondo de parte a afeição, depois de ver livros e escrituras de cartórios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palavras são «verdade, sem outra mistura», «posta a de parte toda a afeição», «leixando […] todo fingido louvor», e a certeza vem de «grandes volumes de livros» e «públicas escrituras de muitos cartórios». Não promete ter visto: promete ter lido e comparado. Não promete calar os maus feitos: promete «mostrar ao povo quaisquer contrárias causas». A memória não aparece como fonte.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Segundo o prólogo, a certeza do que Lopes conta vem de livros e de escrituras públicas de cartórios, vistas com «longas vigílias».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Verdadeiro. É o método do cronista: comparar fontes escritas, não contar de ouvido. Guarda isto para mais tarde: a promessa é sobre as fontes e sobre a ausência de louvor fingido. Não diz nada sobre pormenores, falas ou comparações.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«sem outra mistura» quer dizer que a crónica não terá falas nem pormenores, só factos e datas.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Falso. A «mistura» de que o prólogo fala é a afeição e o louvor fingido, não o pormenor. Mas tens razão em suspeitar: é precisamente nos pormenores escolhidos que vais procurar se há mistura.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grito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6 de dezembro de 1383, o Mestre de Avis matou o conde Andeiro nos paços da rainha. Lopes conta o que aconteceu logo a seguir, na rua. Um pajem a cavalo grita que matam o Mestre. Lê com atenção quatro palavras no meio da frase: «segundo já era percebido», isto é, como estava combinado.O pajem do Mestre, que estava à porta, como lhe disseram que fosse pela vila, segundo já era percebido, começou d'ir rijamente e ao galope, em cima do cavalo em que estava, dizendo a altas vozes, bradando pela rua: «Matam o Mestre! Matam o Mestre nos paços da rainha! Acorrei ao Mestre, que o matam!»Fernão Lopes,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XII (cap. 11 na numeração corrente), abertura. Lisboa, Escriptorio…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pajem grita «Matam o Mestre!» e o cronista diz-te que o grito estava combinado. Ao escrever o grito, Lopes conta a verdade ou repete uma mentira?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Segundo o texto, o que é verdade no grito do pajem?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7538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126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grito foi dado, ao galope e em altas vozes, e que estava combinado: o texto di-lo com «segundo já era percebido»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" y="378180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818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790950"/>
            <a:ext cx="9174175" cy="56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estavam mesmo a matar o Mestre nos paços da rainha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4350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5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359656"/>
            <a:ext cx="9174175" cy="91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pajem inventou o grito por medo, sem ninguém lhe mandar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2960" y="52684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684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277612"/>
            <a:ext cx="9174175" cy="56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cronista não sabe se o grito chegou a ser dado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grito foi dado, ao galope e em altas vozes, e que estava combinado: o texto di-lo com «segundo já era percebido»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cronista conta duas verdades ao mesmo tempo: o grito, com galope e vozes, e o facto de ter sido combinado. Quem lê fica a saber o que a rua não sabia. Não diz que matavam o Mestre: foi o Mestre quem matou o conde. Não diz que o pajem agiu por medo nem mostra dúvida sobre o grito. Repetir uma mentira dizendo que é mentira não é mentir: é mostrar como se fez.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viúva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 a cena. Álvaro Pais junta-se ao pajem; os gritos soam pela cidade. E o cronista faz uma coisa que o prólogo não anunciava: compara Lisboa a uma viúva sem rei, que corre a defender o Mestre como se ele ficasse no lugar do marido. Lê a frase e separa o que é facto, o que é inferência, o que é interpretação e o que é opinião.Álvaro Pais, que estava já prestes e armado, com uma coifa na cabeça, segundo usança daquele tempo, cavalgou logo à pressa, em cima de um cavalo que anos havia que não cavalgara, e todos os seus criados com ele, bradando a quaisquer que achava, dizendo: «Acorramos ao Mestre, amigos! Acorramos ao Mestre, ca filho é d'el-rei D. Pedro!» E assim bradavam ele e o…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Liga cada afirmação ao que ela é, segundo o texto.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pajem foi ao galope pela rua a bradar que matavam o Mestre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Mestre queria que a cidade saísse à rua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Lisboa corre como uma viúva que ganha marido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povo fez bem em acorrer ao Mestre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 segundo o texto: o cronista relata-o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inferência: apoia-se em «segundo já era percebido»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interpretação: uma imagem escolhida pelo cronista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opinião: um juízo de valor de quem lê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pajem foi ao galope pela rua a bradar que matavam o Mestre → facto segundo o texto: o cronista relata-o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Mestre queria que a cidade saísse à rua → inferência: apoia-se em «segundo já era percebido»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Lisboa corre como uma viúva que ganha marido → interpretação: uma imagem escolhida pelo cronista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povo fez bem em acorrer ao Mestre → opinião: um juízo de valor de quem lê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facto está nas palavras do texto; a inferência junta duas pistas (o grito estava combinado, logo alguém o combinou); a interpretação é a comparação que o cronista escolheu; a opinião é um juízo que o texto não faz. Só a primeira é prova; a terceira é o lugar onde a promessa começa a ser posta à prova.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«assim como viúva que rei não tinha» é um facto que Lopes encontrou numa escritura de cartório.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Falso. É uma comparação: nenhum cartório guarda viúvas. É o cronista a dar sentido ao que a cidade fez: sem rei, corre para quem pode ocupar o lugar. Não é mentira, mas também não é «verdade, sem outra mistura» à letra: é leitura.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 contar o grito com galope e vozes, e ao comparar a cidade a uma viúva, o cronista cumpre ou trai a promessa?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Cumpre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 um pouco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promessa não é sobre isto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cidade preparada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1384 o rei de Castela cercou Lisboa, de finais de maio a 3 de setembro. Lopes mostra a cidade duas vezes. Primeiro, armada: lanças e bacinetes a reluzir nas torres, a guarda dos muros repartida por quadrilhas, um sino em cada uma. Lê a frase das torres e repara no que o cronista quer que vejas.Havia mais nestas torres muitas lanças d'armas, e bacinetes, e d'outras armaduras, que reluziam tanto, que bem mostrava cada uma torre por si que abastaria pera se defender.Fernão Lopes,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CXVI (cap. 115 na numeração corrente). Lisboa, Escriptorio (Bibliotheca de Clássicos Portuguezes), 1897, vol. I; digitalização do Internet Archive (OCR)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cidade com fome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Depois, a mesma cidade. O trigo quase não há, e o pouco que há custa quatro libras o alqueire; as pobres gentes não lhe chegam. Come-se pão de bagaço, malvas, raízes. Lê os três parágrafos. Repara em como o olhar do cronista se move: dos números ao gesto, do gesto ao corpo. E repara numa palavra que não aparece nestes parágrafos.Na cidade não havia trigo pera vender, e se o havia era mui pouco, e tão caro que as pobres gentes não podiam chegar a ele, que valia cada alqueire quatro libras, e o alqueire do melhor quarenta soldos, e a canada de vinho três e quatro libras, e padeciam mui apertadamente, e dia havia aí, que ainda que dessem por um pão uma dobra, o não achavam à venda, e começaram…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cronista podia dizer quantos morreram de fome. Em vez disso, mostra-te um grão de trigo. O que escolheu, e o que deixou de fora?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 nas duas palavras que te fazem ver a fome sem que o cronista a nomeie.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lugar onde costumavam a vender o trigo, andavam homens e moços esgravatando a terra, e se achavam algum grão de trigo metiam-no na boca, sem tendo outro mantimento.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esgravatando grão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«esgravatando» é o gesto; «grão» é a medida. Um homem a esgravatar a terra por um grão diz a fome sem a palavra «fome», que não aparece nestes três parágrafos. O cronista escolheu mostrar em vez de nomear: é o visualismo a trabalhar a favor da prova.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Seleciona os dois sinais de que o cronista escolhe a ordem e o pormenor, em vez de só registar.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0058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crónica diz quantas pessoas morreram de fome em Lisboa durante o cerco.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Falso. Diz que «achavam homens e cachopos jazer mortos inchados nas praças», mas não quantos. O número é a pergunta que a crónica deixa para os documentos; o cronista preferiu os corpos nas praças ao total.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Põe por ordem o movimento do olhar do cronista no capítulo da fome.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preços: o alqueire a quatro libras, a canada de vinho a três e quatro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do que se começou a comer: pão de bagaço, queijos das malvas, raízes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lugar do trigo: homens e moços a esgravatar a terra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grão de trigo metido na boca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corpos inchados nas praças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preços: o alqueire a quatro libras, a canada de vinho a três e quatro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do que se começou a comer: pão de bagaço, queijos das malvas, raízes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lugar do trigo: homens e moços a esgravatar a terra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grão de trigo metido na boca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corpos inchados nas praças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número à lista, da lista ao lugar, do lugar ao gesto mais pequeno, e por fim o corpo. O olhar aproxima-se até ao grão e depois abre para as praças. Esta ordem não está no cartório: está na mão do cronista.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é a melhor objeção à promessa, e merece ser levada a sério. Escolher já é misturar. Cada pormenor que Lopes escolhe (o galope, a coifa, a viúva, o grão) foi escolhido para te fazer sentir alguma coisa, e o que não escolhe desaparece. No cerco, olhas sempre de dentro dos muros: foi a peste no exército castelhano que levantou o cerco, e esse sofrimento não está nestas páginas.Há mais. A crónica tem o nome de um rei; quem escreve sabe como a história acabou, e escolhe os pormenores sabendo-o. E a fala do pajem não vem marcada como documentada ou imaginada, ao contrário do que a tua crónica do módulo te pede.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escolher já é misturar, alguma crónica pode cumprir «verdade, sem outra mistura»? Ou a promessa é sobre outra coisa?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o cronista escolhe o grão de trigo em vez do número de mortos, o que faz à verdade?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Aproxima-a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Redu-la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Troca-a por outra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destas frases é a melhor objeção à promessa de Lopes?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563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o pormenor e a ordem já é misturar: não há crónica só de verdade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Lopes não consultou documentos e escreveu de memória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Lopes inventou o grito do pajem para fazer o povo sair à rua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5077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7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087112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crónica não pode ter falas em discurso direto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o pormenor e a ordem já é misturar: não há crónica só de verdade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primeira ataca a promessa no seu ponto fraco: a escolha. As outras são fracas porque o texto as contradiz ou porque não são objeções: o prólogo diz que viu livros e cartórios; o grito está no texto como combinado por quem o mandou dar, não como inventado pelo cronista; e nada proíbe o discurso direto numa crónica. Uma boa objeção aceita o que o texto diz e pergunta o que ele não pode cumprir.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Lopes assinala a fala do pajem como «documentada» ou «imaginada», como a tua crónica do módulo pede.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Falso. A fala aparece em discurso direto, sem marca. Sabes que o grito estava combinado; não sabes se as palavras foram exatamente estas. A encomenda da tua crónica pede-te mais do que o cronista deu: é um progresso do método, não uma falha de leitura.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 ao contrário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Imagina que és tu a contar. A tua escola ficou um dia inteiro sem água. Tens dois dados: a nota da direção com o número de horas sem abastecimento, e uma colega que viste a encher uma garrafa na fonte do jardim, numa fila com mais vinte pessoas. No título só cabe uma coisa. Decide o que pões, e o que deixas de fora.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título: o número de horas ou a garrafa na fila? O que faz cada escolha a quem lê?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maneiras de contar o mesmo dia: abre as quatro e compara.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Voltar ao prólogo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Lê outra vez as palavras da promessa, agora com tudo o que viste. «sem outra mistura» vem depois de «posta a de parte toda a afeição»; «verdade» vem antes de «leixando […] todo fingido louvor». A pergunta final é esta: a mistura que o cronista promete deixar de fora é o pormenor escolhido, ou é outra coisa?Nós certamente, levando outro modo, posta a de parte toda a afeição que por azo das ditas razões haver podíamos, nosso desejo foi em esta obra escrever verdade, sem outra mistura, leixando nos bons aquecimentos todo fingido louvor, e mormente mostrar ao povo quaisquer contrárias causas da guisa que avierem.Fernão Lopes,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prólogo (o programa do cronista: «verdade,…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é, afinal, a «mistura» que Lopes promete não pôr?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Pelo prólogo, o que é a «mistura» que o cronista promete deixar de fora?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563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afeição por um dos lados e o louvor fingido: o que faria da crónica um elogio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pormenores concretos, como o galope e o grão de trigo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falas em discurso direto, como o grito do pajem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5077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7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087112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números, como o preço do alqueire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afeição por um dos lados e o louvor fingido: o que faria da crónica um elogio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frase di-lo: «posta a de parte toda a afeição», «leixando […] todo fingido louvor». A mistura é o lado e o elogio, não o pormenor. Por isso o grão, o galope e o grito não quebram a promessa por existirem; só a quebrariam se servissem para louvar. É aqui que a tua resposta final se decide: a viúva e a cidade vista de dentro dos muros servem para louvar o Mestre, ou para mostrar o povo?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crónica cumpre a promessa do prólogo? Escolhe e justifica em voz alta, com uma cena e uma frase do texto.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Cumpre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Cumpre o que podia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cumpre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«assim como viúva que rei não tinha, e como se lhe este ficasse em logo de marido»: esta comparação louva o Mestre ou mostra o povo?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Estes excertos contam o cerco de dentro das muralhas; a iluminura de Froissart olha do lado de quem cerca. Contar de um só lado já é afeição?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cada cena, o que relata o cronista, e o que escolhe? Uma coisa de cada.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conta a história, e com que provas? Responde em seis a oito linhas, sobre a crónica de Fernão Lopes, com uma cena e uma frase do texto, entre aspas.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7696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na primeira frase quem conta e de onde lhe vem a certeza (livros e cartórios; não diz que viu a cena).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uma cena da crónica e uma frase do texto, entre aspas.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5346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346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4380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Separa, nessa cena, o que o cronista relata do que escolhe (a imagem, o pormenor, a ordem).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1986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986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207762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se essa escolha serve para louvar ou para mostrar e, por isso, se nessa cena a crónica cumpre a promessa do prólogo.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«verdade, sem outra mistura» não promete não escolher: promete não escolher para louvar. Ler uma crónica é ver cada escolha e perguntar para que serve.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11: Verdade, sem outra mistura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(opcional): refazer o exercício sozinho, no telemóvel (cerca de 22 minutos); as missões da Cidade «O mapa que mente» e «Três olhares sobre a mesma rua» (cerca de 6 minutos cada, ligadas no percurso do módulo); e a atividade «Olhar» da pintura Morte do Conde Andeiro, se não entrou na aula 7; e, no caderno, em três linhas: numa notícia desta semana, o que é relatado e o que foi escolhido (o título, a fotografia ou a ordem), e para quê.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11: Verdade, sem outra mistura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