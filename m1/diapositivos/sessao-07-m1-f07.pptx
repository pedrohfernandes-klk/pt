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M1-F07, Lisboa cercada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1, LIÇÃO M1-F07,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Lisboa cercada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Primeiro, as torres brilham. Depois, as pessoas esgravatam a terra à procura de um grão de trigo.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fernao-lopes-paine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Figura identificada como Fernão Lopes, Painéis de São Vicente (Nuno Gonçalves, século XV).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M1-F07, Lisboa cercada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conta a história, e com que provas?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M1-F07, Lisboa cercada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fernao-lopes-painel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A CIDADE PREPARADA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Havia mais nestas torres muitas lanças d'armas, e bacinetes, e d'outras armaduras, que reluziam tanto, que bem mostrava cada uma torre por si que abastaria pera se defender.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 Ordenou o Mestre com as gentes da cidade, que fosse repartida a guarda dos muros pelos fidalgos e cidadãos […], e em cada uma quadrilha havia um sino pera repicar, quando tal cousa viesse, e como cada um ouvia o sino da sua quadrilha, logo todos direitamente corriam pera lá.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Fernão Lopes, Crónica de D. João I (edição de 1897), cap. CXVI.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M1-F07, Lisboa cercada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fernao-lopes-painel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A CIDADE COM FOME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cidade não havia trigo pera vender, e se o havia era mui pouco, e tão caro que as pobres gentes não podiam chegar a ele, que valia cada alqueire quatro libras, e o alqueire do melhor quarenta soldos, e a canada de vinho três e quatro libras, e padeciam mui apertadamente, e dia havia aí, que ainda que dessem por um pão uma dobra, o não achavam à venda, e começaram a comer pão de bagaço de azeitona, e dos queijos das malvas e raízes d'ervas, e outras desacostumadas cousas pouco amigas da natureza. E tais i haviam, que se mantinham em alféloas.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Fernão Lopes, Crónica de D. João I (edição de 1897), cap. CXLVIII.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M1-F07, Lisboa cercada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fernao-lopes-painel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A CIDADE COM FOME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lugar onde costumavam a vender o trigo, andavam homens e moços esgravatando a terra, e se achavam algum grão de trigo metiam-no na boca, sem tendo outro mantimento.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Outros se fartavam d'ervas e bebiam tanta água, que achavam homens e cachopos jazer mortos inchados nas praças, e em outros lugares.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Fernão Lopes, Crónica de D. João I (edição de 1897), cap. CXLVIII.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M1-F07, Lisboa cercada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1384 o rei de Castela cercou Lisboa, de finais de maio a 3 de setembro; Fernão Lopes mostra a cidade duas vezes.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a cidade preparada: muralhas, torres, quadrilhas, sinos; depois a cidade com fome: o trigo contado a grãos.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Comparar os dois capítulos é ver como o cronista muda o ponto de vista para dar força, e depois sofrimento, ao mesmo povo.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M1-F07, Lisboa cercada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Imagem da cidade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expressão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 desigualdade ou união mostra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M1-F07, Lisboa cercada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7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1384, o rei de Castela cercou Lisboa, de finais de maio a 3 de setembro. O cerco foi levantado sobretudo por causa da peste que atingiu o exército castelhano.</a:t>
            </a:r>
            <a:endParaRPr lang="en-US" sz="2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M1-F07, Lisboa cercada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1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pedrohfernandes-klk.github.io/​pt/​m1/​licao-m1-f07/​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M1-F07, Lisboa cercada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1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pedrohfernandes-klk.github.io/​pt/​m1/​licao-m1-f07/​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M1-F07, Lisboa cercada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cronista mostra a mesma cidade duas vezes: as torres que «reluziam tanto» (cap. CXVI) e os homens a esgravatar a terra (cap. CXLVIII).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números fazem o trabalho da prova: quatro libras o alqueire, uma dobra por um pão que não se acha.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crónica não diz, quantos morreram, é onde começa a pergunta do historiador; o ponto de vista castelhano lembra que quem cerca também sofre.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M1-F07, Lisboa cercada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M1-F07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«E, mas, portanto»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1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· Sessão 07 · M1-F07 · Lisboa cercada</dc:title>
  <dc:subject>PptxGenJS Presentation</dc:subject>
  <dc:creator>EPI · Português</dc:creator>
  <cp:lastModifiedBy>EPI · Português</cp:lastModifiedBy>
  <cp:revision>1</cp:revision>
  <dcterms:created xsi:type="dcterms:W3CDTF">2026-10-10T20:31:12Z</dcterms:created>
  <dcterms:modified xsi:type="dcterms:W3CDTF">2026-10-10T20:31:12Z</dcterms:modified>
  <dc:description/>
</cp:coreProperties>
</file>