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2: A CIDADE NA CRÓNICA DE FERNÃO LOPES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«Matam o Mestre!»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Perceber de onde vem a certeza de Fernão Lopes (as fontes que o prólogo nomeia) e como faz ver o grito do pajem e a cidade que corre como uma só figura.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licao-m1-f06/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«Matam o Mestre!»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Perceber de onde vem a certeza de Fernão Lopes (as fontes que o prólogo nomeia) e como faz ver o grito do pajem e a cidade que corre como uma só figura.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a atividade Olhar com a pintura do «Abre», uma conversa em turma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linhas: quem conta isto, como sabe, e como te faz ver a cena? Com uma frase do prólogo e um pormenor do cap. XII, ambos entre aspas.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Numa sala de arcos góticos, um homem de gibão claro jaz no chão, de braço estendido. À volta, homens armados de espada na mão, dois com plumas vermelhas no capacete; à direita, outros entram a correr, de braços no 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30745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62113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de Sousa Azevedo,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do Conde Andeiro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c. 1860.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«Matam o Mestre!»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pintura, o conde Andeiro jaz no chão dos paços da rainha: o Mestre de Avis, filho do rei D. Pedro, acaba de o matar, a 6 de dezembro de 1383. Cá fora, um pajem sai a galope pela vila, aos gritos de «Matam o Mestre!», e Lisboa inteira sai à rua.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conta isto, e como sabe?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COMO SABE O CRONISTA O QUE CONTA?,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com quanto cuidado e diligência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vimos grandes volumes de livros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[…] e isso mesmo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públicas escrituras de muitos cartórios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[…], mais certidão haver não podemos do conteúdo em esta obra.»Fernão Lopes,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(edição de 1897), prólogo, grafia atualizada; cortes marcados com […]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COMO SABE O CRONISTA O QUE CONTA?,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Fernão Lopes conta o grito de 1383. Conta o que viu, o que leu ou o que imaginou?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O que viu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O que leu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O que imaginou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COMO SABE O CRONISTA O QUE CONTA?,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«Vimos grandes volumes de livros»: o cronista viu, sim, mas livros. Não diz que viu a rua nem o grito.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COMO SABE O CRONISTA O QUE CONTA?,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«públicas escrituras de muitos cartórios»: documentos de arquivo. Mas admite um limite: mais certeza («certidão») não pôde ter.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COMO SABE O CRONISTA O QUE CONTA?,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livro ou o documento de onde vem o que se conta.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COMO SABE O CRONISTA O QUE CONTA?,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ter visto. Testemunha é quem viu; ele viu livros, não a rua.Não é inventar. Inventar é contar sem fonte; ele aponta livros e cartórios.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COMO SABE O CRONISTA O QUE CONTA?,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sempre: de onde vem isto?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o jornal da escola conta a fundação da escola. Que frase diz de onde vem a certeza?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«Foi, de certeza, um dia inesquecível para todos»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«Imaginamos a alegria dos primeiros alunos»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«Lemos as atas dessa época, guardadas na secretaria»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«Lemos as atas dessa época, guardadas na secretaria»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atas são documentos guardados num arquivo, como as «públicas escrituras de muitos cartórios» do prólogo: dizem de onde vem a certeza. As outras frases não apontam fonte nenhuma.</a:t>
            </a:r>
            <a:endParaRPr lang="en-US" sz="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 E OUVIR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rei D. Fernando morreu sem herdeiro varão, e o Mestre matou o conde Andeiro. Procura quem já esperava o grito.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O GRITO PELA RUA (1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pajem do Mestre, que estava à porta, como lhe disseram que fosse pela vila, segundo já era percebido, começou d'ir rijamente e ao galope, em cima do cavalo em que estava, dizendo a altas vozes, bradando pela rua: «Matam o Mestre! Matam o Mestre nos paços da rainha! Acorrei ao Mestre, que o matam!»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Álvaro Pais, que estava já prestes e armado, […] cavalgou logo à pressa, em cima de um cavalo que anos havia que não cavalgara, […] dizendo: «Acorramos ao Mestre, amigos! Acorramos ao Mestre, ca filho é d'el-rei D. Pedro!» […]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XII (cap. 11 na numeração habitual), grafia atualizada; cortes marcados com […].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«como lhe disseram que fosse pela vila, segundo já era percebido»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«Segundo já era percebido» quer dizer combinado. O que é, então, o grito do pajem?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aviso de um perigo que ninguém previa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engano do pajem, que ouviu mal a ordem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sinal planeado, para a cidade correr ao Mestre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sinal planeado, para a cidade correr ao Mestre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sinal planeado: o pajem cumpre uma ordem, «segundo já era percebido», e Álvaro Pais já está «prestes e armado». O grito combinado põe a cidade a correr para o Mestre.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CRONISTA DIZ QUE HAVIA PRESSA?,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 pajem do Mestre […] começou d'ir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rijamente e ao galope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em cima do cavalo em que estava,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dizendo a altas vozes, bradando pela rua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[…]»Fernão Lopes,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XII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CRONISTA DIZ QUE HAVIA PRESSA?,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Sentes a pressa do pajem. Onde está ela?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Numa palavra que a nomeia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No que se vê e se ouve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CRONISTA DIZ QUE HAVIA PRESSA?,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«Rijamente e ao galope»: vês o cavalo a correr pela rua. Nesta frase, a palavra «pressa» não está, e a pressa vê-se.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CRONISTA DIZ QUE HAVIA PRESSA?,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ouves: «a altas vozes, bradando pela rua». O cronista não diz o que sentir: põe-te a ver e a ouvir a cena.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CRONISTA DIZ QUE HAVIA PRESSA?,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VISUALISMO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maneira de Fernão Lopes fazer ver, com pormenores de som, de cor e de movimento.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CRONISTA DIZ QUE HAVIA PRESSA?,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dizer a emoção. «Havia muita pressa» diz; «rijamente e ao galope» faz ver.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CRONISTA DIZ QUE HAVIA PRESSA?,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procures a palavra: procura o que se vê e se ouve.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«Álvaro Pais, que estava já prestes e armado, […] cavalgou logo à pressa, em cima de um cavalo que anos havia que não cavalgara»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frase, que palavras fazem ver a pressa de Álvaro Pais, em vez de a dizer?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«em cima de um cavalo»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«logo à pressa»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«que anos havia que não cavalgara»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«que anos havia que não cavalgara»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«À pressa» diz a pressa; o cavalo que há anos não montava fá-la ver: só uma grande urgência põe alguém num cavalo esquecido. É o visualismo, como o galope do pajem.</a:t>
            </a:r>
            <a:endParaRPr lang="en-US" sz="2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cidade ouve o grito. Procura a que compara o cronista a cidade, e como mostra quantos eram sem os contar.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 CIDADE INTEIRA (2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Soaram as vozes do arruído pela cidade, ouvindo todos bradar que matavam o Mestre, e, assim como viúva que rei não tinha, e como se lhe este ficasse em logo de marido, se moveram todos com mão armada, correndo à pressa para hu diziam que se esto fazia, pera lhe dar vida e escusar morte. […]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gente começou de se ajuntar a ele, e era tanta que era estranha cousa de ver; não cabiam pelas ruas principais e atravessavam lugares escusos, desejando cada um de ser o primeiro […].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XII (cap. 11 na numeração habitual), grafia atualizada; cortes marcados com […].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MUITA GENTE, OU UMA SÓ FIGURA?,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«Soaram as vozes do arruído pela cidade,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ouvindo todos bradar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 matavam o Mestre, e,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assim como viúva que rei não tinha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[…]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moveram todos com mão armada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[…]»Fernão Lopes,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XII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MUITA GENTE, OU UMA SÓ FIGURA?,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frase, quantas figuras se movem?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Muitas: «todos»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Uma só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MUITA GENTE, OU UMA SÓ FIGURA?,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«Todos» ouvem o mesmo grito e fazem o mesmo gesto: movem-se «com mão armada». Ninguém tem nome nem gesto seu.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MUITA GENTE, OU UMA SÓ FIGURA?,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comparação, que aproxima duas coisas com «como» ou «assim como», faz da cidade uma só pessoa: uma viúva sem rei.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MUITA GENTE, OU UMA SÓ FIGURA?,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PERSONAGEM COLETIVA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grupo que age como uma só figura, como o povo de Lisboa.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MUITA GENTE, OU UMA SÓ FIGURA?,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cada um por si. Um pega na espada, outro foge: dois gestos. Aqui, «se moveram todos».Não é uma personagem individual. Aqui, ninguém tem nome.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MUITA GENTE, OU UMA SÓ FIGURA?,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muitos fazem um só gesto, a multidão é uma personagem.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«não cabiam pelas ruas principais e atravessavam lugares escusos»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«Não cabiam pelas ruas principais»: como mostra o cronista o tamanho desta gente?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espaço que enche: transborda das ruas, como um só corpo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4273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73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82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barulho das vozes, que soam pela cidade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873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882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medo: a gente esconde-se em lugares afastados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espaço que enche: transborda das ruas, como um só corpo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gente» não cabe nas ruas principais e transborda para os «lugares escusos»: sem um número, vês o tamanho; sem um nome, vês uma só figura, que corre ao Mestre. É a personagem coletiva.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Fernão Lopes não diz que viu a cena. Podemos confiar no que conta?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grito estava combinado, porque corre a cidade inteira?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«ca filho é d'el-rei D. Pedro» a «que o matam sem porquê»: o que muda no grito de Álvaro Pais?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4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pode uma multidão ser uma personagem, se ninguém tem nome?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conta isto, como sabe, e como te faz ver a cena? Responde em cinco linhas, com uma frase do prólogo e um pormenor do cap. XII, ambos entre aspas.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674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à pergunta: quem conta é Fernão Lopes, que não diz ter visto a cena.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9024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0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1160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de onde vem a certeza, com uma frase do prólogo entre aspas (os livros, as escrituras dos cartórios).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629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29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639056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um pormenor do cap. XII, entre aspas, e diz o que faz ver ou ouvir.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103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03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112512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 palavra fonte e, se quiseres, visualismo ou personagem coletiva.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Fernão Lopes não conta o que viu: reconstitui com livros e cartórios e faz ver a cidade a correr como uma só pessoa.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7: «Matam o Mestre!»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6 cartões de pergunta e 2 de leitura. A pintura de 1860 como fonte; quem é Fernão Lopes, com a leitura do início do prólogo (Sónia Pedro, EmPortuguês, 4 min), e o que lhe dava o cargo na Torre do Tombo; uma razão contra três pormenores que fazem ver, e uma figura ou muita gente em frases feitas para a lição; o «Recorda» do discurso direto, o que se perde com o grito em indireto e a viúva sem rei. Para casa, a história com ramos «E se fechasses a porta?» (lopes-matam-o-mestre, missão opcional do passo); a atividade do passo, Ler a fundo «Matam o Mestre!» (matam-o-mestre), fica para depois da aula 10, porque o passo «Facto ou leitura» usa as etiquetas dessa aula.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7: «Matam o Mestre!»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