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M1-F04,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Louvar e troçar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rei elogia a sua senhora. Um trovador «elogia» uma dona feia. Onde acaba o louvor e começa a troça?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ancioneiro-ajuda-21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Cancioneiro da Ajuda, fólio 21r.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é que um elogio deixa de ser elogio?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ncioneiro-ajuda-21r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D. DINIS, «QUER'EU EM MANEIRA DE PROENÇAL»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Quer'eu em maneira de proençal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fazer agora um cantar d'amor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querrei muit'i loar mia senhor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 prez nem fremosura nom fal,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bondade; e mais vos direi en: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tanto a fez Deus comprida de bem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mais que todas las do mundo val.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 mia senhor quiso Deus fazer tal,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a fez, que a fez sabedor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todo bem e de mui gram valor,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com tod'est[o] é mui comunal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 u deve; er deu-lhi bom sem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des i nom lhi fez pouco de bem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Dinis, Cantigas Medievais Galego-Portuguesas (FCSH), cantiga 544 (cantiga de amor de mestria: sem refrão; «bem» é a palavra-rima do 6.º verso de cada estrofe)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ncioneiro-ajuda-21r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D. DINIS, «QUER'EU EM MANEIRA DE PROENÇAL»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nom quis que lh'outra foss'igual.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 em mia senhor nunca Deus pôs mal,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pôs i prez e beldad'e loor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falar mui bem e riir melhor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outra molher; des i é leal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muit'; e por esto nom sei hoj'eu quem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possa compridamente no seu bem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falar, ca nom há, tra'lo seu bem, al.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Dinis, Cantigas Medievais Galego-Portuguesas (FCSH), cantiga 544 (cantiga de amor de mestria: sem refrão; «bem» é a palavra-rima do 6.º verso de cada estrofe)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ncioneiro-ajuda-21r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JOÃO GARCIA DE GUILHADE, «AI DONA FEA, FOSTES-VOS QUEIXAR»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dona fea, fostes-vos queixar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vos nunca louv'en[o] meu cantar;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ora quero fazer um cantar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que vos loarei todavia;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vedes como vos quero loar: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 fea, velha e sandia!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 fea, se Deus mi perdom,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pois havedes [a]tam gram coraçom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vos eu loe, em esta razom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quero já loar todavia;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vedes qual será a loaçom: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 fea, velha e sandia!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Garcia de Guilhade, Cantigas Medievais Galego-Portuguesas (FCSH), cantiga 1520 (escárnio e maldizer, com refrão)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ncioneiro-ajuda-21r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JOÃO GARCIA DE GUILHADE, «AI DONA FEA, FOSTES-VOS QUEIXAR»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 fea, nunca vos eu loei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meu trobar, pero muito trobei;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ora já um bom cantar farei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que vos loarei todavia;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direi-vos como vos loarei: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 fea, velha e sandia!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Garcia de Guilhade, Cantigas Medievais Galego-Portuguesas (FCSH), cantiga 1520 (escárnio e maldizer, com refrão)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cantiga de amor louva a senhora à maneira dos provençais: o trovador serve-a, sofre a coita e diz que ela não tem igual.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cantiga de escárnio finge louvar para troçar, com palavras cobertas e duplo sentido; a de maldizer diz mal abertamente, como explica a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de Trovar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«Ai dona fea», Guilhade usa a forma do elogio para dizer o contrário: a paródia é a chave.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pedrohfernandes-klk.github.io/​pt/​m1/​licao-m1-f04/​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pedrohfernandes-klk.github.io/​pt/​m1/​licao-m1-f04/​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CALÇADA DO VERSO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Pedra a pedra: sílabas, tónicas, rima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94488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Quer'eu em maneira de proençal (contar até à última tónica)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048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4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05714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dona fea, fostes-vos queixar (contar até à última tónica)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textos, três vozes: um rei que louva, um trovador que finge louvar, e um trovador e o seu jogral a discutir quem é o quê.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fronteira entre escárnio e maldizer é a da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de Trovar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«palavras cobertas» ou «descobertamente», e «Ai dona fea» fica mesmo em cima dela.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hipérbole de A, «mais que todas las do mundo val», e o refrão de B usam a mesma forma; muda o sentido, e a isso chama-se paródia.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M1-F04, Louvar e troçar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M1-F04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«Matam o Mestre!»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04 · M1-F04 · Louvar e troçar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