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M1-F01, A língua que se canta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1, LIÇÃO M1-F01,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língua que se canta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de mil e seiscentas cantigas chegaram até nós. A música, quase toda, perdeu-se. O que é que isso nos rouba?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odax-pergaminho-vinde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Pergaminho Vindel: cantigas de Martim Codax.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M1-F01, A língua que se canta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«VOZ»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quem é a tua voz quando escreves?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M1-F01, A língua que se canta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fala, e quem nunca chega a falar?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M1-F01, A língua que se canta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língua que se canta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Sobretudo nos séculos XIII e XIV, trovadores e jograis compuseram em galego-português cerca de 1680 cantigas profanas, de perto de 187 autores. Chegaram até nós em três grandes cancioneiros (coletâneas manuscritas): o da Ajuda, o da Biblioteca Nacional e o da Vaticana. Era poesia para ser cantada.</a:t>
            </a:r>
            <a:endParaRPr lang="en-US" sz="20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música quase nada sobreviveu: só dois pergaminhos guardam melodias, o Pergaminho Vindel (cantigas de Martim Codax) e o Pergaminho Sharrer (cantigas de D. Dinis). O trovador era um poeta de origem nobre, que criava o texto e a música; o jogral, de origem humilde, era pago para cantar e tocar; o segrel, da pequena nobreza, interpretava as suas próprias composições.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M1-F01, A língua que se canta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26161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os séculos XIII e XIV, trovadores e jograis compuseram em galego-português cerca de 1680 cantigas, guardadas em três cancioneiros.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 poesia para ser cantada; da música quase nada chegou até nós, só dois pergaminhos.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36473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364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37388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géneros: a cantiga de amigo (fala uma rapariga), a cantiga de amor (fala o trovador à senhora) e o escárnio e maldizer (troça).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M1-F01, A língua que se canta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Preenche o que já sabes de cada género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3691021"/>
                <a:gridCol w="2284918"/>
                <a:gridCol w="2284918"/>
                <a:gridCol w="2284918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CANTIGA DE AMIGO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CANTIGA DE AMOR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ESCÁRNIO E MALDIZER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Quem fala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quem se dirige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Espaço mais frequente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Marcas de forma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M1-F01, A língua que se canta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faz cada exercício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cartão tem um «?» no topo: abre um vídeo curto que mostra como se responde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página «Como se faz» estão todos os vídeos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do primeiro cartão antes de começares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como-se-f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pedrohfernandes-klk.github.io/​pt/​como/​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M1-F01, A língua que se canta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«Cancioneiro da Ajuda»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1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pedrohfernandes-klk.github.io/​pt/​m1/​licao-m1-f01/​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M1-F01, A língua que se canta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1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pedrohfernandes-klk.github.io/​pt/​m1/​licao-m1-f01/​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M1-F01, A língua que se canta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os três cancioneiros e os dois pergaminhos fica a diferença entre o que se lê e o que se ouvia: o texto chegou, a música quase não.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Trovador, jogral e segrel não são a mesma coisa: quem cria texto e música, quem é pago para cantar, quem interpreta o que é seu.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Arte de Trovar e o quadro dos géneros dão-te os termos para o resto do módulo: donzela, senhora, troça; paralelismo, mestria, palavras cobertas.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M1-F01, A língua que se canta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M1-F01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«Cercada pelas ondas»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1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· Sessão 01 · M1-F01 · A língua que se canta</dc:title>
  <dc:subject>PptxGenJS Presentation</dc:subject>
  <dc:creator>EPI · Português</dc:creator>
  <cp:lastModifiedBy>EPI · Português</cp:lastModifiedBy>
  <cp:revision>1</cp:revision>
  <dcterms:created xsi:type="dcterms:W3CDTF">2026-10-10T20:31:12Z</dcterms:created>
  <dcterms:modified xsi:type="dcterms:W3CDTF">2026-10-10T20:31:12Z</dcterms:modified>
  <dc:description/>
</cp:coreProperties>
</file>