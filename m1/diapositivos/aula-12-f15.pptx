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UNIDADE 2: A CIDADE NA CRÓNICA DE FERNÃO LOPES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E, mas, portanto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Reconhecer orações coordenadas (lado a lado, nenhuma parte da outra) em frases das cantigas e da crónica, e dar a cada ligação o valor pelo sentido: somar, contrariar o esperado, justificar ou tirar a consequência.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TXxbXe/qr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pedrohfernandes-klk.github.io/pt/m1/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licao-m1-f15/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E, mas, portanto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Reconhecer orações coordenadas (lado a lado, nenhuma parte da outra) em frases das cantigas e da crónica, e dar a cada ligação o valor pelo sentido: somar, contrariar o esperado, justificar ou tirar a consequência.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a atividade Ler a fundo em pares, uma conversa sobre o que muda com cada palavra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três a cinco linhas: uma de duas frases do cap. XII (a da multidão ou a de Álvaro Pais) reescrita com outra conjunção, o que muda no sentido e o valor de cada conjunção.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Ilha de San Simón, na ria de Vigo: um ilhéu com árvores e uma casa branca, ligado por uma ponte a outro ilhéu, com água à volta e a maré baixa à frente; ao fundo, montes e uma ponte alt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4206240" cy="20834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70955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Ilha de San Simón, ria de Vigo (Iago Pillado, 2024). CC BY-SA 4.0.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E, mas, portanto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Olha a água à volta desta ilha da ria de Vigo, onde ficava a ermida da rapariga de Mendinho: cercada assim, o que se esperava que ela fizesse? Diz uma frase nossa, «Cercaram-me as ondas e continuo à espera»; depois troca o «e» por «mas».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trocas uma palavra pequena entre duas orações, o que muda no sentido?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TIRA A SEGUNDA ORAÇÃO: O QUE FICA?,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«lhe disseram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fosse pela vila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»Fernão Lopes,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XII«nom hei [eu i] barqueiro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sei remar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»Mendinho, «Sedia-m'eu na ermida de Sam Simion», v. 11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TIRA A SEGUNDA ORAÇÃO: O QUE FICA?,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Tira a segunda oração de cada frase. Qual fica a pedir?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A de Fernão Lopes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A de Mendinho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As duas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TIRA A SEGUNDA ORAÇÃO: O QUE FICA?,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Tira «que fosse pela vila»: «lhe disseram»… o quê? A oração é o que disseram: faz de complemento, dentro da outra.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TIRA A SEGUNDA ORAÇÃO: O QUE FICA?,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Tira «nem sei remar»: «nom hei [eu i] barqueiro» fica inteira. As duas orações ficam lado a lado, ligadas por «nem».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TIRA A SEGUNDA ORAÇÃO: O QUE FICA?,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COORDENAÇÃO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orações lado a lado, nenhuma parte da outra; liga-as uma conjunção ou só a pontuação.</a:t>
            </a:r>
            <a:endParaRPr 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TIRA A SEGUNDA ORAÇÃO: O QUE FICA?,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subordinação. Aí uma oração faz parte da outra.Não precisa de conjunção. «O pajem gritou pela vila; as gentes saíram à rua» (frase feita): coordenação assindética.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TIRA A SEGUNDA ORAÇÃO: O QUE FICA?,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Lado a lado, coordenação; uma dentro da outra, subordinação.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frases feitas e uma da crónica: as orações ficam lado a lado, ou uma dentro da outra?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«Fugiu e salvou-se»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«As ondas subiam; ela esperava»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«Pediu que o esperassem»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«ouvindo todos bradar que matavam o Mestre»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dentro da outra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lado a lado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«Fugiu e salvou-se» → lado a lado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«ouvindo todos bradar que matavam o Mestre» → uma dentro da outra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«As ondas subiam; ela esperava» → lado a lado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«Pediu que o esperassem» → uma dentro da outra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«Fugiu e salvou-se» e «As ondas subiam; ela esperava» ficam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lado a lado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com «e» ou só com o ponto e vírgula. Bradar o quê? «que matavam o Mestre». Pediu o quê? «que o esperassem». Essas estão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dentro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como complemento.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MUDA QUANDO ENTRA O «MAS»?,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«Cercaram-me as ondas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continuo à espera.»«Cercaram-me as ondas,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continuo à espera.»Frases feitas a partir da cantiga de Mendinho, em português de hoje.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MUDA QUANDO ENTRA O «MAS»?,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Contam o mesmo. Qual das frases diz que ficar à espera é inesperado?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A do «e»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A do «mas»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As duas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MUDA QUANDO ENTRA O «MAS»?,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«e» soma: as ondas cercam-na, e ela espera. Quem lê pode sentir o choque, mas o «e» não o diz.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MUDA QUANDO ENTRA O «MAS»?,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Cercada pelas ondas, o esperado era desistir. O «mas» diz às claras que ela não desiste: fica. A segunda oração contraria o que a primeira fazia esperar.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MUDA QUANDO ENTRA O «MAS»?,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COPULATIVA OU ADVERSATIVA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copulativa soma (e, nem); a adversativa contraria o que se esperava (mas).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MUDA QUANDO ENTRA O «MAS»?,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disjuntiva. «Ou remas, ou ficas na ermida» (frase feita): dá a escolher, e uma hipótese exclui a outra.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O QUE MUDA QUANDO ENTRA O «MAS»?,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segunda oração soma, ou vai contra o que se esperava?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«que vos nunca louv'en[o] meu cantar; / mais ora quero fazer um cantar»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Guilhade responde à dona que se queixou. Que valor tem aqui «mais»?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«ou»: dá à dona dois cantares à escolha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«mais um»: soma este cantar aos outros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«mas»: opõe a promessa ao «nunca» da queixa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 «mas»: opõe a promessa ao «nunca» da queixa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 cantigas, «mais» é o nosso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a coordenada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adversativa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opõe «ora quero fazer um cantar» ao «nunca» da queixa.</a:t>
            </a:r>
            <a:endParaRPr lang="en-US" sz="2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«padeciam mui apertadamente, […] e começaram a comer pão de bagaço de azeitona»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Nesta frase da crónica, o «e» opõe o sofrimento ao pão de bagaço.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Falso: é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copulativo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Na crónica, o «e» encadeia os males da fome, um atrás do outro. No lugar de […]: «e dia havia aí, que ainda que dessem por um pão uma dobra, o não achavam à venda,» (</a:t>
            </a:r>
            <a:pPr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dobra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moeda da época).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HÃO DE ACORRER AO MESTRE?,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«Acorrei ao Mestre,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o matam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!»O grito do pajem: Fernão Lopes,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XII«Matam o Mestre,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portanto acorrei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!»Frase feita para a lição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HÃO DE ACORRER AO MESTRE?,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duas frases dão a mesma ordem. Em qual vem primeiro a razão?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Na do pajem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Na frase feita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HÃO DE ACORRER AO MESTRE?,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pajem manda primeiro, «Acorrei ao Mestre», e só depois diz porquê: «que o matam». O «que» vale por «pois»: justifica a ordem.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HÃO DE ACORRER AO MESTRE?,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frase feita, o caminho inverte-se: primeiro o facto, depois o que dele se tira, com «portanto». A mesma razão, no sentido contrário.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HÃO DE ACORRER AO MESTRE?,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EXPLICATIVA OU CONCLUSIVA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explicativa justifica o que se disse ou mandou (pois, que); a conclusiva tira a consequência (portanto, logo, por isso).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HÃO DE ACORRER AO MESTRE?,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subordinada causal. «Saiu porque chovia» (frase feita) responde a «saiu porquê?». «Que o matam» responde a «porque mandas acorrer?».</a:t>
            </a:r>
            <a:endParaRPr 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PORQUE HÃO DE ACORRER AO MESTRE?,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Troca por «pois» ou por «portanto»: se o sentido fica, achaste o valor.</a:t>
            </a:r>
            <a:endParaRPr 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Frase feita: «Leva a candeia, que a noite é escura.» Que trabalho faz «que a noite é escura»?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o que se leva: completa o verbo «leva»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 a ordem: dá a razão para levar a candeia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qual é a candeia, como «a candeia que ilumina»</a:t>
            </a:r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 a ordem: dá a razão para levar a candeia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Explicativa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o «que» vale por «pois» e justifica a ordem. Faz a troca, «Leva a candeia, pois a noite é escura», e o sentido fica.</a:t>
            </a:r>
            <a:endParaRPr lang="en-US" sz="2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«como cada um ouvia o sino da sua quadrilha, logo todos direitamente corriam pera lá.»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cerco de Lisboa, este «logo» tira uma conclusão, como «portanto»?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Sim: correr é a conclusão de ouvir o sino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Não: opõe o toque do sino à corrida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Não: vale «imediatamente» e diz quando correm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Não: vale «imediatamente» e diz quando correm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Aqui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é «imediatamente»: mede a pressa da resposta ao sino, ao lado de «direitamente». Troca por «portanto» e a pressa perde-se: decide o sentido, não a palavra.</a:t>
            </a:r>
            <a:endParaRPr lang="en-US" sz="2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Mensagem imaginária: «Apanhei o autocarro a horas; cheguei atrasado.» Que conjunção cabe no ponto e vírgula?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962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«por isso»: o atraso vem de ter apanhado o autocarro a horas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«mas»: quem apanha o autocarro a horas espera chegar a horas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477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77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486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«ou»: ou apanhei o autocarro a horas, ou cheguei atrasado</a:t>
            </a:r>
            <a:endParaRPr lang="en-US" sz="2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«mas»: quem apanha o autocarro a horas espera chegar a horas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conjunção, a relação fica por conta de quem lê: é a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coordenação assindética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Quem apanha o autocarro a horas espera chegar a horas: cabe o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adversativa.</a:t>
            </a:r>
            <a:endParaRPr lang="en-US" sz="2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«Pergunto às ondas, mas elas não respondem» e «Pergunto às ondas e elas não respondem»: com o «e», ainda se percebe o choque? Quem o diz, a conjunção ou a situação?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«Leva a candeia, que a noite é escura» e «Saiu porque chovia»: as duas dão uma razão. Onde está a diferença?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Fernão Lopes escreve «não cabiam pelas ruas principais e atravessavam lugares escusos». Ao contar, é melhor dizer a relação («por isso») ou deixá-la a quem lê, como ele faz?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Escolhe uma frase do cap. XII: A, «não cabiam pelas ruas principais e atravessavam lugares escusos»; B, «Acorramos ao Mestre, ca filho é d'el-rei D. Pedro!» (</a:t>
            </a:r>
            <a:pPr indent="0" marL="0"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</a:t>
            </a:r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porque; </a:t>
            </a:r>
            <a:pPr indent="0" marL="0"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d'el-rei</a:t>
            </a:r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do rei). Reescreve-a com outra conjunção e explica, em três a cinco linhas, o que muda no sentido e o valor de cada conjunção.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674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 a frase original entre aspas e diz de onde vem.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9024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02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11600"/>
            <a:ext cx="9174175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a tua versão com outra conjunção, e a frase continua a fazer sentido.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3759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75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385056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o nome ao valor de cada conjunção: copulativa, adversativa, explicativa ou conclusiva.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1033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03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112512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o que muda no sentido: o que a conjunção nova diz que a antiga não dizia, ou deixava a quem lê.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«Toca o sino e todos correm»; «Toca o sino, mas ninguém corre». Depois do «mas», vem o contrário do que se esperava.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12: E, mas, portanto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6 cartões de pergunta e 2 de leitura. O atalho do «faz sentido sozinha» («Sei que ele chegou»), a disjuntiva («Ou o amigo chega hoje, ou ela morre no mar»), uma árvore da frase sem subordinadas («O sino tocou, mas ninguém correu, pois eu vi») e o papel das suas três orações, a multidão que transborda («não cabiam pelas ruas principais e atravessavam lugares escusos»), o «Decide» sobre dizer «por isso» ou deixar o «e» a quem lê, quatro ligações novas («todavia», «por isso», «pois», «não só… mas também») e «Pergunto às ondas, mas elas não respondem».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TXxbXe/qr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1, aula 12: E, mas, portanto</dc:title>
  <dc:subject>PptxGenJS Presentation</dc:subject>
  <dc:creator>EPI, Português</dc:creator>
  <cp:lastModifiedBy>EPI, Português</cp:lastModifiedBy>
  <cp:revision>1</cp:revision>
  <dcterms:created xsi:type="dcterms:W3CDTF">2026-10-24T11:04:22Z</dcterms:created>
  <dcterms:modified xsi:type="dcterms:W3CDTF">2026-10-24T11:04:22Z</dcterms:modified>
</cp:coreProperties>
</file>