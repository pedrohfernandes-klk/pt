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1: VOZES DA LÍRICA MEDIEVAL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língua que se canta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Distinguir quem compõe uma cantiga (o trovador), quem a leva a quem ouve (o jogral) e quem diz «eu» nela (o sujeito poético), e separar o que chegou das cantigas (as letras, poucas melodias) do que é só hipótese.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licao-m1-f01/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língua que se canta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quem compõe uma cantiga (o trovador), quem a leva a quem ouve (o jogral) e quem diz «eu» nela (o sujeito poético), e separar o que chegou das cantigas (as letras, poucas melodias) do que é só hipótese.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conversa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quatro a seis linhas: quem compõe, quem canta e quem diz «eu» numa cantiga? Com um exemplo da aula para cada um.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Duas páginas de pergaminho escritas a duas colunas: linhas de texto com letras iniciais grandes a vermelho e azul e, por cima de algumas linhas, pautas vermelhas com notas de música pret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0445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32069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Pergaminho Vindel, com cantigas de Martim Codax e a música.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língua que se canta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 pergaminho há letra e há música: procura as notas, por cima das linhas. Chegaram-nos cerca de 1680 cantigas, e só dois pergaminhos como este guardam a melodia.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cantiga, quem compõe, quem canta e quem diz «eu»: serão a mesma pessoa?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CHEGOU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12471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8" name="Image 0" descr="/tmp/aulas-diap-TXxbXe/qr-1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743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Cantigas de D. Dinis cantadas hoje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Rota do Peregrino, apresentação do concerto no Centro Cultural de Belém (2026), 1 min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51960" y="91440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Chegaram as letras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057400"/>
            <a:ext cx="6751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OUVIR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 o que a voz e os instrumentos te dão e a letra não.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51960" y="3566160"/>
            <a:ext cx="6751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cantigas compuseram-se nos séculos XIII e XIV, em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galego-português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 língua comum da Galiza e do Norte de Portugal. Chegaram as letras, copiadas à mão em três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cancioneiros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um abre com a </a:t>
            </a:r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de Trovar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tratado anónimo sobre as regras de trovar. A música perdeu-se quase toda: só o Pergaminho Vindel, de Martim Codax, e o Sharrer, de D. Dinis, guardam melodias.Textos das cantigas: base Cantigas Medievais Galego-Portuguesas (FCSH/NOVA).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chegou escrito até nós, e o que só se imagina?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palavras de «Ondas do mar de Vigo», de Codax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instrumentos, se os havia, tocavam «Ondas do mar de Vigo»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melodia de uma cantiga de Mendinho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melodia de «Ondas do mar de Vigo»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certeza: está escrito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hipótese: imagina-se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palavras de «Ondas do mar de Vigo», de Codax → certeza: está escrito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melodia de «Ondas do mar de Vigo» → certeza: está escrito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instrumentos, se os havia, tocavam «Ondas do mar de Vigo» → hipótese: imagina-se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melodia de uma cantiga de Mendinho → hipótese: imagina-se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«Ondas do mar de Vigo» chegou com as palavras e a melodia, no Pergaminho Vindel: é certeza. Instrumentos, o pergaminho não os indica; de Mendinho chegaram só as palavras. Nos dois casos, só se imagina.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«Lourenço jograr, hás mui gram sabor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citolares, ar queres cantar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i ar **filhas-te log'a trobar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teens-t'ora já por trobador**»João Garcia de Guilhade, cantiga 1527 (FCSH/NOVA), feita com o jogral Lourenço: os quatro primeiros versos.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Lourenço toca, canta e põe-se a trobar. Guilhade aceita-o como trovador?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Aceita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Troça dele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Guilhade chama-lhe «jograr»: gosta muito de tocar cítola, um instrumento de cordas, e também quer cantar.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«Filhas-te log'a trobar»: pões-te logo a compor, e «já» te tens por trovador. A troça está nesse «já»: para Guilhade, trobar é outro ofício.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TROVADOR E JOGRAL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Trovador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quem compõe cantigas, texto e música.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Jogral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profissional que as apresenta, muitas vezes pago; alguns também compunham.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regra fixa nem de nascimento. Lourenço, jogral, põe-se a trobar. Alguns jograis também compunham.Não é o segrel, uma categoria de contornos discutidos, próxima do jogral.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TOCAR E CANTAR CHEGA PARA TROVAR?,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Trovar é fazer a cantiga; tocar e cantar é levá-la a quem ouve.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Pelo que se sabe de cada um: compôs, apresentou, ou nem uma coisa nem outra?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imaginário: cantor pago para cantar cantigas de outros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homem de pé na iluminura, a tocar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Dinis, rei: 137 cantigas conhecidas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copiou à mão as cantigas num cancioneiro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uma coisa nem outra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apresentou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compôs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Dinis, rei: 137 cantigas conhecidas → compôs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homem de pé na iluminura, a tocar → apresentou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imaginário: cantor pago para cantar cantigas de outros → apresentou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copiou à mão as cantigas num cancioneiro → nem uma coisa nem outra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Dinis compõe, como se espera de um trovador. Quem toca na iluminura, ou canta por paga o que outros fizeram, apresenta, como um jogral; a imagem não diz se também compôs. O copista só copiou: copiar não é compor nem apresentar.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jogral que cantasse e tocasse muito bem passava, por isso, a ser trovador.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Falso: tocar e cantar bem não alterava automaticamente a designação.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Trovador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jogral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distinguem funções e estatutos habituais, mas essas fronteiras não eram absolutas.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melodias de cantigas de D. Dinis no Pergaminho Sharrer. Porque não espanta, sabendo o que fazia um trovador?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trovador copiava as suas cantigas nos cancioneiros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trovador criava o texto e também a música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trovador era pago para cantar e tocar na corte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trovador criava o texto e também a música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Dinis,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 e trovador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criava texto e música: a melodia fazia parte da obra, e o Pergaminho Sharrer guardou melodias de cantigas suas. Esta relação não significa que os jograis fossem apenas intérpretes.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«[e]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morrerei fremosa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mar maior.»Quem fez a cantiga: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Mendinho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.Mendinho, «Sedia-m'eu na ermida de Sam Simion», cantiga 861 (FCSH/NOVA), 5.ª estrofe, v. 14. Entre parênteses retos, uma palavra acrescentada pelos editores.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diz «morrerei fremosa»?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Mendinho, o autor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Uma rapariga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«Morrerei» é «eu morrerei», e «fremosa», formosa, está no feminino: quem diz «eu» é uma mulher, que se imagina a morrer no mar alto.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quem a fez foi um homem, Mendinho. Numa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 de amigo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um trovador dá a voz a uma rapariga que fala do amigo; esta espera-o.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SUJEITO POÉTICO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voz que diz «eu» no poema; não se confunde com o autor.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autor. Mendinho escreve; a rapariga diz «eu».Não é o destinatário, aquele a quem a voz fala: aqui não fala a ninguém; o amigo só é esperado.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QUEM É A VOZ QUE DIZ «FREMOSA»?,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escreve empresta a voz: procura quem diz «eu» no poema.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«Levad', amigo, que dormides as manhanas frias»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Nuno Fernandes Torneol acaba cada estrofe com «leda m'and'eu», ando eu leda, contente. Quem diz «eu»?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rapariga, que chama o amigo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Torneol, o autor, a falar de si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Ninguém: o verso só descreve a manhã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rapariga, que chama o amigo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«Leda» está no feminino, como «fremosa»: quem diz «eu» é uma rapariga, que chama o amigo. Quem fez a cantiga foi um homem, Nuno Fernandes Torneol: deu-lhe a voz, como Mendinho.</a:t>
            </a:r>
            <a:endParaRPr lang="en-US" sz="2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uma cantora canta uma canção de Chico Buarque com «eu» feminino. Esse «eu» não é ela.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Verdadeiro: Chico Buarque compõe, a cantora canta e quem diz «eu» é o sujeito poético, a voz criada na canção. Três papéis, mesmo quando a cantora e a voz são mulheres.</a:t>
            </a:r>
            <a:endParaRPr lang="en-US" sz="2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Lida em silêncio, uma cantiga é a obra inteira ou só metade?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Lourenço toca, canta e já compõe: porque troça Guilhade dele?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 Paula Tavares, poeta angolana, é uma mulher a escrever a voz feminina. Nos poemas dela, quem diz «eu» é a autora?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compõe, quem canta e quem diz «eu» numa cantiga? Quatro a seis linhas, com um exemplo da aula para cada um.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91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quem compõe: o trovador, que faz o texto e a música, com um exemplo (D. Dinis, Guilhade).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quem leva a cantiga a quem ouve: o jogral, muitas vezes pago, com um exemplo (Lourenço), e lembra que alguns jograis também compunham.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quem diz «eu»: o sujeito poético, que não se confunde com o autor, com um exemplo (a rapariga «fremosa» de Mendinho).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208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20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3001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 podem ser três pessoas diferentes, com uma palavra ou um verso da aula como prova.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compõe, quem canta e quem diz «eu» podem ser três pessoas diferentes.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1: A língua que se canta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3 de leitura. O que falta a quem lê uma cantiga; o «Decide» «Sem música, ainda é a cantiga?», com o Pergaminho Vindel exposto numa vitrina; uma página do Cancioneiro da Biblioteca Nacional (o título «El Rey dom Denis», a </a:t>
            </a:r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de Trovar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a língua dos documentos do rei), com duas perguntas (que língua pedia a regra em 1250 para uma cantiga e para um documento do rei; porque vale a </a:t>
            </a:r>
            <a:pPr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de Trovar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); a base Cantigas Medievais Galego-Portuguesas (vídeo da NOVA FCSH, 4 min, e a cantiga 861, de Mendinho, que é o texto da aula seguinte, com a ligação no cartão); a escala tradicional dos manuais, como simplificação; um cantor que compõe e canta as suas canções (transferência do trovador e jogral: os papéis também se juntam numa pessoa); autor, sujeito poético e destinatário em «Ai flores, ai flores do verde pino», de D. Dinis.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1: A língua que se canta</dc:title>
  <dc:subject>PptxGenJS Presentation</dc:subject>
  <dc:creator>EPI, Português</dc:creator>
  <cp:lastModifiedBy>EPI, Português</cp:lastModifiedBy>
  <cp:revision>1</cp:revision>
  <dcterms:created xsi:type="dcterms:W3CDTF">2026-10-24T11:04:21Z</dcterms:created>
  <dcterms:modified xsi:type="dcterms:W3CDTF">2026-10-24T11:04:21Z</dcterms:modified>
</cp:coreProperties>
</file>