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M1-F06,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«Matam o Mestre!»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grito atravessa Lisboa. Estava combinado, e mesmo assim toda a gente correu.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morte-conde-andei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Morte do Conde Andeiro (José de Sousa Azevedo, c. 1860).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 história, e com que provas?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orte-conde-andeir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O QUE PROMETE O CRONISTA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Nós certamente, levando outro modo, posta a de parte toda a afeição que por azo das ditas razões haver podíamos, nosso desejo foi em esta obra escrever verdade, sem outra mistura, leixando nos bons aquecimentos todo fingido louvor, e mormente mostrar ao povo quaisquer contrárias causas da guisa que avierem.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quanto cuidado e diligência vimos grandes volumes de livros, e desvairadas linguagens e terras, e isso mesmo públicas escrituras de muitos cartórios e outros lugares, nos quais, depois de longas vigílias e grandes trabalhos, mais certidão haver não podemos do conteúdo em esta obra.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Crónica de D. João I (edição de 1897), prólogo (grafia atualizada).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orte-conde-andeir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«MATAM O MESTRE!» (CAP. XII; CAP. 11 NA NUMERAÇÃO HABITUAL)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pajem do Mestre, que estava à porta, como lhe disseram que fosse pela vila, segundo já era percebido, começou d'ir rijamente e ao galope, em cima do cavalo em que estava, dizendo a altas vozes, bradando pela rua: «Matam o Mestre! Matam o Mestre nos paços da rainha! Acorrei ao Mestre, que o matam!»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Crónica de D. João I (edição de 1897), cap. XII.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orte-conde-andeir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«MATAM O MESTRE!» (CAP. XII; CAP. 11 NA NUMERAÇÃO HABITUAL)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Álvaro Pais, que estava já prestes e armado, com uma coifa na cabeça, segundo usança daquele tempo, cavalgou logo à pressa, em cima de um cavalo que anos havia que não cavalgara, e todos os seus criados com ele, bradando a quaisquer que achava, dizendo: «Acorramos ao Mestre, amigos! Acorramos ao Mestre, ca filho é d'el-rei D. Pedro!» E assim bradavam ele e o pajem, indo pela rua.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Crónica de D. João I (edição de 1897), cap. XII.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 conta a morte do conde Andeiro, a 6 de dezembro de 1383, e o grito do pajem que fez Lisboa sair à rua.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do cronista é o visualismo: pormenor concreto, gente em ação, falas em discurso direto; o povo aparece como personagem coletiva.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uma crónica é distinguir o que é facto segundo o texto, o que é inferência, o que é interpretação e o que é opinião.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dois sons e dois movimentos do texto B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Fernão Lopes (c. 1380/1390 – c. 1460) foi guarda-mor da Torre do Tombo. D. Duarte encarregou-o de pôr em crónica as histórias dos reis. No prólogo da Crónica de D. João I promete escrever «verdade sem outra mistura», comparando documentos. Herculano chamou-lhe «pai da história portuguesa».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vinha antes: D. Fernando morrera sem herdeiro varão. A 6 de dezembro de 1383, o Mestre de Avis matou o conde João Fernandes Andeiro nos paços da rainha. Estava combinado que o pajem do Mestre gritaria pela cidade que o matavam.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pedrohfernandes-klk.github.io/​pt/​m1/​licao-m1-f06/​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pedrohfernandes-klk.github.io/​pt/​m1/​licao-m1-f06/​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grito «Matam o Mestre!» estava combinado, e Fernão Lopes di-lo; mesmo assim a cidade corre, e é esse correr que ele faz ver.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Visualismo é isto: um cavalo ao galope, uma coifa na cabeça, vozes que soam, gente que não cabe nas ruas.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o prólogo, que promete «verdade, sem outra mistura», e a comparação da viúva, aprende-se a separar facto, inferência, interpretação e opinião.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M1-F06, «Matam o Mestre!»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completa quem?»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05 · M1-F06 · «Matam o Mestre!»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