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3-1.jpg" ContentType="image/jpg"/>
  <Override PartName="/ppt/media/image-4-1.jpg" ContentType="image/jpg"/>
  <Override PartName="/ppt/media/image-5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M1-F06, «Matam o Mestre!»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1.º ANO, MÓDULO 1, LIÇÃO M1-F06, UNIDADE 3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«Matam o Mestre!»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grito atravessa Lisboa. Estava combinado, e mesmo assim toda a gente correu.</a:t>
            </a:r>
            <a:endParaRPr lang="en-US" sz="2000" dirty="0"/>
          </a:p>
        </p:txBody>
      </p:sp>
      <p:pic>
        <p:nvPicPr>
          <p:cNvPr id="15" name="Image 0" descr="/home/user/epi-portugues-fontes/_interno/biblioteca-imagens/fontes/morte-conde-andeir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Morte do Conde Andeiro (José de Sousa Azevedo, c. 1860).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M1-F06, «Matam o Mestre!»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conta a história, e com que provas?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M1-F06, «Matam o Mestre!»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morte-conde-andeiro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A — O QUE PROMETE O CRONISTA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Nós certamente, levando outro modo, posta a de parte toda a afeição que por azo das ditas razões haver podíamos, nosso desejo foi em esta obra escrever verdade, sem outra mistura, leixando nos bons aquecimentos todo fingido louvor, e mormente mostrar ao povo quaisquer contrárias causas da guisa que avierem.</a:t>
            </a:r>
            <a:endParaRPr lang="en-US" sz="2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[…]</a:t>
            </a:r>
            <a:endParaRPr lang="en-US" sz="2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com quanto cuidado e diligência vimos grandes volumes de livros, e desvairadas linguagens e terras, e isso mesmo públicas escrituras de muitos cartórios e outros lugares, nos quais, depois de longas vigílias e grandes trabalhos, mais certidão haver não podemos do conteúdo em esta obra.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Fernão Lopes, </a:t>
            </a:r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Crónica de D. João I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(edição de 1897), prólogo (grafia atualizada).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M1-F06, «Matam o Mestre!»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morte-conde-andeiro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B — «MATAM O MESTRE!» (CAP. XII; CAP. 11 NA NUMERAÇÃO HABITUAL) (1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pajem do Mestre, que estava à porta, como lhe disseram que fosse pela vila, segundo já era percebido, começou d'ir rijamente e ao galope, em cima do cavalo em que estava, dizendo a altas vozes, bradando pela rua: «Matam o Mestre! Matam o Mestre nos paços da rainha! Acorrei ao Mestre, que o matam!»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Fernão Lopes, </a:t>
            </a:r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Crónica de D. João I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(edição de 1897), cap. XII.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M1-F06, «Matam o Mestre!»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morte-conde-andeiro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B — «MATAM O MESTRE!» (CAP. XII; CAP. 11 NA NUMERAÇÃO HABITUAL) (2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Álvaro Pais, que estava já prestes e armado, com uma coifa na cabeça, segundo usança daquele tempo, cavalgou logo à pressa, em cima de um cavalo que anos havia que não cavalgara, e todos os seus criados com ele, bradando a quaisquer que achava, dizendo: «Acorramos ao Mestre, amigos! Acorramos ao Mestre, ca filho é d'el-rei D. Pedro!» E assim bradavam ele e o pajem, indo pela rua.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[…]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Fernão Lopes, </a:t>
            </a:r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Crónica de D. João I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(edição de 1897), cap. XII.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M1-F06, «Matam o Mestre!»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Fernão Lopes conta a morte do conde Andeiro, a 6 de dezembro de 1383, e o grito do pajem que fez Lisboa sair à rua.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método do cronista é o visualismo: pormenor concreto, gente em ação, falas em discurso direto; o povo aparece como personagem coletiva.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 uma crónica é distinguir o que é facto segundo o texto, o que é inferência, o que é interpretação e o que é opinião.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M1-F06, «Matam o Mestre!»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Copia dois sons e dois movimentos do texto B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4429226"/>
                <a:gridCol w="611655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MOVIMENTO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M1-F06, «Matam o Mestre!»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1168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Fernão Lopes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(c. 1380/1390 – c. 1460) foi guarda-mor da Torre do Tombo. D. Duarte encarregou-o de pôr em crónica as histórias dos reis. No prólogo da </a:t>
            </a:r>
            <a:pPr indent="0" marL="0">
              <a:lnSpc>
                <a:spcPct val="120000"/>
              </a:lnSpc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Crónica de D. João I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promete escrever «verdade sem outra mistura», comparando documentos. Herculano chamou-lhe «pai da história portuguesa». </a:t>
            </a:r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vinha antes: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D. Fernando morrera sem herdeiro varão. A 6 de dezembro de 1383, o Mestre de Avis matou o conde João Fernandes Andeiro nos paços da rainha. Estava combinado que o pajem do Mestre gritaria pela cidade que o matavam.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M1-F06, «Matam o Mestre!»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1-f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pedrohfernandes-klk.github.io/​pt/​m1/​licao-m1-f06/​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M1-F06, «Matam o Mestre!»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1-f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pedrohfernandes-klk.github.io/​pt/​m1/​licao-m1-f06/​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M1-F06, «Matam o Mestre!»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106676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grito «Matam o Mestre!» estava combinado, e Fernão Lopes di-lo; mesmo assim a cidade corre, e é esse correr que ele faz ver.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Visualismo é isto: um cavalo ao galope, uma coifa na cabeça, vozes que soam, gente que não cabe nas ruas.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2097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2097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218940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 o prólogo, que promete «verdade, sem outra mistura», e a comparação da viúva, aprende-se a separar facto, inferência, interpretação e opinião.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M1-F06, «Matam o Mestre!»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M1-F06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«Quem completa quem?»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1-f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pedrohfernandes-klk.github.io/​pt/​m1/​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M1 · Sessão 05 · M1-F06 · «Matam o Mestre!»</dc:title>
  <dc:subject>PptxGenJS Presentation</dc:subject>
  <dc:creator>EPI · Português</dc:creator>
  <cp:lastModifiedBy>EPI · Português</cp:lastModifiedBy>
  <cp:revision>1</cp:revision>
  <dcterms:created xsi:type="dcterms:W3CDTF">2026-10-11T03:02:52Z</dcterms:created>
  <dcterms:modified xsi:type="dcterms:W3CDTF">2026-10-11T03:02:52Z</dcterms:modified>
  <dc:description/>
</cp:coreProperties>
</file>