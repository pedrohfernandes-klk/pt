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cercada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Comparar a Lisboa preparada e a Lisboa com fome do cerco de 1384, reconhecer a gradação e dizer o que estes excertos da crónica não dizem.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licao-m1-f07/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cercada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 Lisboa preparada e a Lisboa com fome do cerco de 1384, reconhecer a gradação e dizer o que estes excertos da crónica não dizem.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conversa sobre as duas cidades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linhas: o que muda de A para B, e o que estes excertos não te dizem? Com uma citação de cada parte, entre aspas, e a palavra gradação.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Iluminura: à esquerda, o arraial, com tendas, soldados de armadura, canhões apontados à cidade e dois homens caídos no chão; ao fundo, a água com navios; à direita, Lisboa, com muralhas, torres e uma porta, e lá dentro gente reunida numa praç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554" y="914400"/>
            <a:ext cx="4157052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cerco de Lisboa de 1384, iluminura das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Crónicas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Froissart, século XV.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 cercada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iluminura do século XV, Lisboa está cercada: procura nela um sinal de fome. Fernão Lopes mostra a Lisboa de 1384 duas vezes: armas a brilhar nas torres, depois homens e moços a esgravatar a terra por um grão de trigo.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cidade, duas vezes: o que muda, e o que fica por dizer?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Lisboa, de maio a setembro de 1384: cercada pelo rei de Castela. Olha para as torres da iluminura; depois procura o que Fernão Lopes lá põe, e o que chama cada um ao seu muro.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A. A CIDADE PREPARADA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Havia mais nestas torres muitas lanças d'armas, e bacinetes, e d'outras armaduras, que reluziam tanto, que bem mostrava cada uma torre por si que abastaria pera se defender.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 Ordenou o Mestre com as gentes da cidade, que fosse repartida a guarda dos muros pelos fidalgos e cidadãos […], e em cada uma quadrilha havia um sino pera repicar, quando tal cousa viesse, e como cada um ouvia o sino da sua quadrilha, logo todos direitamente corriam pera lá.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CXVI (cap. 115 na numeração habitual), grafia atualizada; cortes marcados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«em cada uma quadrilha havia um sino pera repicar, quando tal cousa viesse, e como cada um ouvia o sino da sua quadrilha, logo todos direitamente corriam pera lá»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um sino por quadrilha, cada um sabia, ao ouvi-lo, a que troço de muro devia acudir.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sino por troço: o som diz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cidade está organizada e cada um sabe o seu lugar; ao sino da sua quadrilha, «todos» correm, como uma só personagem.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setembro, o cerco aperta. Procura o que se come quando falta o pão, e repara na ordem.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B. A CIDADE COM FOME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 cidade não havia trigo pera vender, e se o havia era mui pouco, e tão caro que as pobres gentes não podiam chegar a ele, que valia cada alqueire quatro libras, e o alqueire do melhor quarenta soldos, e a canada de vinho três e quatro libras, e padeciam mui apertadamente, e dia havia aí, que ainda que dessem por um pão uma dobra, o não achavam à venda, e começaram a comer pão de bagaço de azeitona, e dos queijos das malvas e raízes d'ervas, e outras desacostumadas cousas pouco amigas da natureza. […]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CXLVIII, grafia atualizada; corte marcado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«começaram a comer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pão de bagaço de azeitona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 dos queijos das malvas e raízes d'ervas, e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outras desacostumadas cousas pouco amigas da natureza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»B. A cidade com fome: 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CXLVIII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lista começasse pelas «cousas pouco amigas da natureza», perdia-se alguma coisa?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Não: a ordem tanto faz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Sim: perdia-se força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princípio ainda há «pão»: pão de bagaço, feito do que sobra da azeitona espremida. É pouco, mas ainda tem nome de pão.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fim, coisas que já nem nome de comida têm: «pouco amigas da natureza». Cada termo afasta-se mais do pão, e a fome pesa mais a cada passo.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Sequência em que cada termo pesa mais do que o anterior.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lista ao acaso. Em A, «lanças d'armas, e bacinetes» trocam de lugar, «bacinetes, e lanças d'armas», sem perder nada.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PODIAS TROCAR A ORDEM DO QUE SE COMIA?,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Troca a ordem: se a lista perde força, é gradação.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«Matam o Mestre! Matam o Mestre nos paços da rainha! Acorrei ao Mestre, que o matam!»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Grito do pajem (aula 7): como muda o grito, de frase para frase?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da notícia ao lugar, e daí à ordem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ao acaso: podia começar por «Acorrei»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cresce: repete a mesma frase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da notícia ao lugar, e daí à ordem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a notícia, «Matam o Mestre!»; depois o lugar, «nos paços da rainha»; por fim a ordem, «Acorrei». Cada frase pesa mais do que a anterior: é uma gradação, que acaba a pôr a cidade a correr.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cerco só se levantará em setembro, sobretudo pela peste no exército castelhano. Até lá, procura o que faz quem acha um grão de trigo, e o que se diz dos mortos.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B. A CIDADE COM FOME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lugar onde costumavam a vender o trigo, andavam homens e moços esgravatando a terra, e se achavam algum grão de trigo metiam-no na boca, sem tendo outro mantimento.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Outros se fartavam d'ervas e bebiam tanta água, que achavam homens e cachopos jazer mortos inchados nas praças, e em outros lugares.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CXLVIII, 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achavam algum grão de trigo metiam-no na boca, sem tendo outro mantimento»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o leitor ver a fome da cidade, Fernão Lopes escreve aqui a palavra «fome».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grão vai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direto à boca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gesto faz ver a fome sem a nomear. É o visualismo da aula 7: fazer ver em vez de dizer.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o que muda de A para B. Em B, a fome pesa igual em todos?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PARALELO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cidade duas vezes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Preparada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Armas que «reluziam tanto» nas torres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Fidalgos e cidadãos repartem a guarda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sino, «todos» correm ao seu muro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0168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Com fome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 tão caro que os pobres não lhe chegam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Pão de bagaço, malvas, raízes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Homens e moços esgravatam a terra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48" y="2103120"/>
            <a:ext cx="0" cy="28346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cidade, o mesmo cerco: em A, defende-se como uma só personagem; em B, sofre.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«Outros se fartavam d'ervas e bebiam tanta água, que achavam homens e cachopos jazer mortos inchados nas praças, e em outros lugares.»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pergunta sobre os mortos do cerco este excerto deixa sem resposta?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ficavam os corpos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morreram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havia rapazes entre eles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morreram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excerto diz onde, quem e como, mas não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quantos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Uma fonte mostra uma parte: um número procura-se noutras fontes, como os documentos de um arquivo ou os livros de história que os citam.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 para B, a cidade continua unida?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dá Fernão Lopes preços, «quatro libras» o alqueire, antes da lista do que se comia?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excerto não diz quantos morreram. O que mostra em vez disso, e onde procurarias o número?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cidade, duas vezes: o que muda de A para B, e o que estes excertos não te dizem? Seis linhas, com uma citação de cada parte, entre aspas, e a palavra gradação.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muda de A para B: a cidade que se defende unida passa a sofrer, e a fome não pesa igual em todos.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uma citação de A e uma de B, entre aspas, como prova.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palavra gradação com o seu exemplo: a lista do que se comia, do pão de bagaço às «cousas pouco amigas da natureza».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uma coisa que estes excertos não dizem (quantos morreram, ou a peste no arraial) e onde a procurarias.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«Esgravatando a terra»: três palavras de Fernão Lopes, e vês a fome sem que ninguém a nomeie.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9: Lisboa cercada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7 cartões de pergunta e 2 de leitura. O brilho das armas nas torres; gradação ou lista ao acaso, e uma gradação na fila da cantina; o «Recorda» do visualismo, o verbo «fartar» e a reportagem de uma cheia; o arraial de Castela, a carta de um soldado e o que a iluminura não deixa ver. A atividade «Lisboa cercada» (Ler a fundo, 5 passos), se não entrou na aula.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9: Lisboa cercada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