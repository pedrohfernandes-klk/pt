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M8-F12,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Sugerir em vez de explicar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Sugerir em vez de explicar é o que os três poetas e o conto deste módulo têm em comum, e é sobre isso a pergunta com que fechas a lição. Tudo o que leste, aqui.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rua-do-alecrim-196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 do Alecrim, Lisboa (fotografia de Roger Wollstadt, 1968). CC BY-SA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Sugerir ou explicar: quando lês, qual dos dois te faz pensar mais?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do módulo inteiro: poesia e conto do século XX, valor aspetual, anáfora e catáfora, numa só lição, antes da prova e das tarefas.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poetas e o conto do módulo têm isto em comum: preferem sugerir a explicar, e deixam ao leitor o que calam.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saber ligar cada lente a uma pergunta de leitura e dizer, com um poema e «George», se concordas com essa preferência.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Representações do contemporâneo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Tradição literária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Figurações do poeta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Arte poética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«Quatro lentes, um poema»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pedrohfernandes-klk.github.io/​pt/​m8/​licao-m8-f12/​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pedrohfernandes-klk.github.io/​pt/​m8/​licao-m8-f12/​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Reviste as quatro lentes com a pergunta de cada uma: que mundo aparece, que tradição retoma, como se vê quem escreve, se o poema fala de poesia.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Voltaste ao valor aspetual («relia todas as manhãs» é habitual) e à diferença entre anáfora, que retoma, e catáfora, que anuncia.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de 120 a 150 palavras defende, com um verso e uma página de «George», se concordas que sugerir vale mais do que explicar.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«SILÊNCIO»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o teu conto cala, e porquê?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M8-F12, Sugerir em vez de explicar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M8-F12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10 · M8-F12 · Sugerir em vez de explicar</dc:title>
  <dc:subject>PptxGenJS Presentation</dc:subject>
  <dc:creator>EPI · Português</dc:creator>
  <cp:lastModifiedBy>EPI · Português</cp:lastModifiedBy>
  <cp:revision>1</cp:revision>
  <dcterms:created xsi:type="dcterms:W3CDTF">2026-10-11T03:55:42Z</dcterms:created>
  <dcterms:modified xsi:type="dcterms:W3CDTF">2026-10-11T03:55:42Z</dcterms:modified>
  <dc:description/>
</cp:coreProperties>
</file>