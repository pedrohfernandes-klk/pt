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M8-F08,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«George», uma mulher em três idades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mulher encontra-se com a rapariga que foi e com a velha que vai ser. Maria Judite de Carvalho conta isto sem explicar quase nada.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rua-do-alecrim-196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Rua do Alecrim, Lisboa (fotografia de Roger Wollstadt, 1968). CC BY-SA 2.0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dirias à pessoa que foste, e o que te diria a pessoa que vais ser?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autora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Maria Judite de Carvalho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(Lisboa, 1921–1998) escreveu sobretudo narrativas breves, numa escrita contida, que prefere a sugestão à explicação. Os títulos dos seus contos nomeiam muitas vezes as protagonistas, como «George». Recebeu duas vezes o Grande Prémio de Conto Camilo Castelo Branco (1961 e 1995). O conto tem direitos de autor e não está transcrito aqui: lê-se no manual.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Maria Judite de Carvalho (Lisboa, 1921–1998) escreveu sobretudo narrativas breves; «George», do livro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Seta Despedida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(1995), lê-se no manual, com esta lição por guião.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conto, uma mulher encontra a rapariga que foi e a velha que vai ser: três nomes, Gi, George e Georgina, para três idades, sem explicar quase nada.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saber reconhecer as características do conto e distinguir, com provas do texto, o que é real, lembrado ou imaginado.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CARACTERÍSTICA DO CONTO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«GEORGE» (COM PÁGINA)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Unidade de ação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Brevidade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Concentração de tempo e espaço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Número limitado de personagens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Discurso direto / indireto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Unidade de ação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uma só linha de acontecimentos.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Concentração de tempo e de espaço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pouco tempo, poucos lugares.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Discurso direto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as palavras da personagem, com travessão ou aspas.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Discurso indireto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o narrador conta o que foi dito. No conto, a protagonista tem três nomes, um para cada idade: Gi, George, Georgina.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«O conto em sete perguntas»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pedrohfernandes-klk.github.io/​pt/​m8/​licao-m8-f08/​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pedrohfernandes-klk.github.io/​pt/​m8/​licao-m8-f08/​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Seguiste a protagonista de idade em idade, reparaste em quem lhe escolheu o nome em cada uma e ficaste com uma pergunta: mudar de nome é mudar de pessoa?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Procuraste no conto a unidade de ação, a brevidade, a concentração de tempo e de espaço, as poucas personagens e o discurso direto e indireto.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Separaste facto, inferência, interpretação e opinião: numa escrita que prefere sugerir a explicar, o leitor tem de provar o que afirma.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M8-F08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«Caderno de campo»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07 · M8-F08 · «George», uma mulher em três idades</dc:title>
  <dc:subject>PptxGenJS Presentation</dc:subject>
  <dc:creator>EPI · Português</dc:creator>
  <cp:lastModifiedBy>EPI · Português</cp:lastModifiedBy>
  <cp:revision>1</cp:revision>
  <dcterms:created xsi:type="dcterms:W3CDTF">2026-10-11T06:20:59Z</dcterms:created>
  <dcterms:modified xsi:type="dcterms:W3CDTF">2026-10-11T06:20:59Z</dcterms:modified>
  <dc:description/>
</cp:coreProperties>
</file>