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-1-1.jpg" ContentType="image/jpg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M8-F09, Três imagens ao acaso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822960" y="45720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PORTUGUÊS, 3.º ANO, MÓDULO 8, LIÇÃO M8-F09, UNIDADE 2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777240" y="685800"/>
            <a:ext cx="5212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5000" dirty="0"/>
          </a:p>
        </p:txBody>
      </p:sp>
      <p:sp>
        <p:nvSpPr>
          <p:cNvPr id="8" name="Text 5"/>
          <p:cNvSpPr/>
          <p:nvPr/>
        </p:nvSpPr>
        <p:spPr>
          <a:xfrm>
            <a:off x="822960" y="2697480"/>
            <a:ext cx="5212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4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imagens ao acaso</a:t>
            </a:r>
            <a:endParaRPr lang="en-US" sz="4000" dirty="0"/>
          </a:p>
        </p:txBody>
      </p:sp>
      <p:sp>
        <p:nvSpPr>
          <p:cNvPr id="9" name="Shape 6"/>
          <p:cNvSpPr/>
          <p:nvPr/>
        </p:nvSpPr>
        <p:spPr>
          <a:xfrm>
            <a:off x="822960" y="40690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22960" y="6089904"/>
            <a:ext cx="182880" cy="182880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152144" y="6089904"/>
            <a:ext cx="182880" cy="182880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481328" y="6089904"/>
            <a:ext cx="182880" cy="182880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874520" y="606247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lê, faz, leva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822960" y="4297680"/>
            <a:ext cx="52120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Tiras três imagens à sorte e tens de escrever um conto em que as três façam falta. Nenhuma pode ficar a enfeitar.</a:t>
            </a:r>
            <a:endParaRPr lang="en-US" sz="2000" dirty="0"/>
          </a:p>
        </p:txBody>
      </p:sp>
      <p:pic>
        <p:nvPicPr>
          <p:cNvPr id="15" name="Image 0" descr="/home/user/epi-portugues-fontes/_interno/biblioteca-imagens/fontes/relogio-de-bolso-met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613855" y="914400"/>
            <a:ext cx="4754880" cy="4572000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6613855" y="914400"/>
            <a:ext cx="4754880" cy="4572000"/>
          </a:xfrm>
          <a:prstGeom prst="rect">
            <a:avLst/>
          </a:prstGeom>
          <a:ln w="12700">
            <a:solidFill>
              <a:srgbClr val="F2F0EA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6613855" y="55778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Relógio de bolso (Robert Roskell, 1820-1821, The Met). Domínio público (The Met, Open Access)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M8-F09, Três imagens ao acaso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ABRIR, CINCO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1097280"/>
            <a:ext cx="9814255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46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Uma chave, um cão e uma escada: que história precisa das três?</a:t>
            </a:r>
            <a:endParaRPr lang="en-US" sz="4600" dirty="0"/>
          </a:p>
        </p:txBody>
      </p:sp>
      <p:sp>
        <p:nvSpPr>
          <p:cNvPr id="9" name="Shape 6"/>
          <p:cNvSpPr/>
          <p:nvPr/>
        </p:nvSpPr>
        <p:spPr>
          <a:xfrm>
            <a:off x="822960" y="45262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M8-F09, Três imagens ao acaso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LER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encomenda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2960" y="2011680"/>
            <a:ext cx="9814255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Tira </a:t>
            </a:r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300" b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três imagens ao acaso</a:t>
            </a:r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, de um conjunto preparado pelo docente. Escreve um </a:t>
            </a:r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300" b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conto</a:t>
            </a:r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de 400–600 palavras em que as três imagens sejam necessárias à história.</a:t>
            </a:r>
            <a:endParaRPr lang="en-US" sz="2300" dirty="0"/>
          </a:p>
          <a:p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Características do conto: unidade de ação, brevidade, concentração de tempo e espaço, poucas personagens.</a:t>
            </a:r>
            <a:endParaRPr lang="en-US" sz="2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M8-F09, Três imagens ao acaso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ESSENCIAL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coisas 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2447544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Tarefa de avaliação, 25 %: tiras três imagens ao acaso, de um conjunto preparado pelo docente, e escreves um conto de 400 a 600 palavras.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2689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268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36036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três imagens têm de ser necessárias à história; o conto tem unidade de ação, brevidade, concentração de tempo e espaço e poucas personagens.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5506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5506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559808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Aprendes a planificar um conto momento a momento, a escrever uma primeira versão e a melhorá-la depois de a leres em voz alta a um colega.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M8-F09, Três imagens ao acaso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VER, E COMPLETAR NO CADERNO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Completa no caderno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057400"/>
          <a:ext cx="10545775" cy="914400"/>
        </p:xfrm>
        <a:graphic>
          <a:graphicData uri="http://schemas.openxmlformats.org/drawingml/2006/table">
            <a:tbl>
              <a:tblPr/>
              <a:tblGrid>
                <a:gridCol w="4429226"/>
                <a:gridCol w="3058275"/>
                <a:gridCol w="3058275"/>
              </a:tblGrid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IMAGEM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 QUE VEJO (DESCRIÇÃO)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 QUE PODE SIGNIFICAR NA HISTÓRIA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M8-F09, Três imagens ao acaso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AGORA NO TELEMÓVEL, QUINZE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Abre a lição no telemóvel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765808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 e responde aos cartões, um de cada vez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fim, o cartão extra: «O conto em sete perguntas»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188968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1889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198112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percurso marca a lição como feita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licao-m8-f0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pedrohfernandes-klk.github.io/​pt/​m8/​licao-m8-f09/​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M8-F09, Três imagens ao acaso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PAUSA: CARTÕES NO TELEMÓVEL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minutos, com placar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424940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lição, toca em «Sala» e escreve o código do ecrã e uma alcunha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Faz os cartões que o ecrã indica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38481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38481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3857244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Quando acabares, olha para o placar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licao-m8-f0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pedrohfernandes-klk.github.io/​pt/​m8/​licao-m8-f09/​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M8-F09, Três imagens ao acaso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SÍNTESE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2447544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prova de que as três imagens fazem falta: se tirares uma e a história continuar a funcionar, essa imagem está só a enfeitar.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2689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268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36036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Planificaste momento a momento, da situação inicial ao desfecho aberto ou fechado, como no modelo da chave, do cão e da escada do sótão.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5506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5506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559808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processo conta: três contos possíveis, um plano, uma primeira versão riscada por cima e a leitura em voz alta a um colega, com duas mudanças.</a:t>
            </a:r>
            <a:endParaRPr lang="en-US" sz="2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M8-F09, Três imagens ao acaso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ATÉ À PRÓXIMA AULA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telemóvel ou no PC da escola</a:t>
            </a:r>
            <a:endParaRPr lang="en-US" sz="30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765808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 o baralho da lição M8-F09 e o cartão extra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Espreita a lição seguinte, «Sugerir em vez de explicar»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188968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1889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198112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 de sair: foto do caderno para o portefólio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passo-m8-f0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pedrohfernandes-klk.github.io/​pt/​m8/​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M8 · Sessão 09 · M8-F09 · Três imagens ao acaso</dc:title>
  <dc:subject>PptxGenJS Presentation</dc:subject>
  <dc:creator>EPI · Português</dc:creator>
  <cp:lastModifiedBy>EPI · Português</cp:lastModifiedBy>
  <cp:revision>1</cp:revision>
  <dcterms:created xsi:type="dcterms:W3CDTF">2026-10-11T06:20:59Z</dcterms:created>
  <dcterms:modified xsi:type="dcterms:W3CDTF">2026-10-11T06:20:59Z</dcterms:modified>
  <dc:description/>
</cp:coreProperties>
</file>