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M8-F09, Três imagens ao acaso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8, LIÇÃO M8-F09,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imagens ao acaso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Tiras três imagens à sorte e tens de escrever um conto em que as três façam falta. Nenhuma pode ficar a enfeitar.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relogio-de-bolso-me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Relógio de bolso (Robert Roskell, 1820-1821, The Met). Domínio público (The Met, Open Access)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M8-F09, Três imagens ao acaso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Uma chave, um cão e uma escada: que história precisa das três?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M8-F09, Três imagens ao acaso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encomenda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Tira três imagens ao acaso, de um conjunto preparado pelo docente. Escreve um conto de 400–600 palavras em que as três imagens sejam necessárias à história.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Características do conto: unidade de ação, brevidade, concentração de tempo e espaço, poucas personagens.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M8-F09, Três imagens ao acaso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Tarefa de avaliação, 25 %: tiras três imagens ao acaso, de um conjunto preparado pelo docente, e escreves um conto de 400 a 600 palavras.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três imagens têm de ser necessárias à história; o conto tem unidade de ação, brevidade, concentração de tempo e espaço e poucas personagens.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Aprendes a planificar um conto momento a momento, a escrever uma primeira versão e a melhorá-la depois de a leres em voz alta a um colega.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M8-F09, Três imagens ao acaso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IMAGEM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VEJO (DESCRIÇÃO)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PODE SIGNIFICAR NA HISTÓRIA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M8-F09, Três imagens ao acaso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«O conto em sete perguntas»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8-f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pedrohfernandes-klk.github.io/​pt/​m8/​licao-m8-f09/​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M8-F09, Três imagens ao acaso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8-f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pedrohfernandes-klk.github.io/​pt/​m8/​licao-m8-f09/​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M8-F09, Três imagens ao acaso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prova de que as três imagens fazem falta: se tirares uma e a história continuar a funcionar, essa imagem está só a enfeitar.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Planificaste momento a momento, da situação inicial ao desfecho aberto ou fechado, como no modelo da chave, do cão e da escada do sótão.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processo conta: três contos possíveis, um plano, uma primeira versão riscada por cima e a leitura em voz alta a um colega, com duas mudanças.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M8-F09, Três imagens ao acaso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M8-F09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«Sugerir em vez de explicar»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8-f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M8 · Sessão 09 · M8-F09 · Três imagens ao acaso</dc:title>
  <dc:subject>PptxGenJS Presentation</dc:subject>
  <dc:creator>EPI · Português</dc:creator>
  <cp:lastModifiedBy>EPI · Português</cp:lastModifiedBy>
  <cp:revision>1</cp:revision>
  <dcterms:created xsi:type="dcterms:W3CDTF">2026-10-10T20:31:14Z</dcterms:created>
  <dcterms:modified xsi:type="dcterms:W3CDTF">2026-10-10T20:31:14Z</dcterms:modified>
  <dc:description/>
</cp:coreProperties>
</file>