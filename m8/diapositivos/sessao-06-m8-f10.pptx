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M8-F10,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 com pintura ou álbum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poema e uma pintura, ou um poema e um álbum. Postos lado a lado, cada um mostra no outro o que sozinho não se via.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pintura ou que álbum porias ao lado de um poema que leste neste módulo?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 um poema de Sena, Eugénio ou Amaral 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pintura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ou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álbum musical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que dialogue com ele.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Apresenta em 5–7 minutos: análise do poema (lentes, forma, recursos), análise da obra escolhida 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comparação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(semelhanças, diferenças, o que uma revela na outra). Mostra a imagem ou toca no máximo 30 segundos de uma faixa, com créditos. Nada de letras de canções projetadas.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avaliação, 25 %: escolhes um poema de Sena, Eugénio ou Amaral e uma pintura ou um álbum musical que dialogue com ele.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apresentação, de 5 a 7 minutos, analisa o poema com as lentes, analisa a obra escolhida e compara as duas: o que uma revela na outra.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comparar duas artes critério a critério, verificar autor, título e data, e defender a escolha de um par em que as duas obras se desafiem.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PINTURA / ÁLBUM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(época, autor)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 e composição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ou técnica mais forte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em quem lê / vê / ouve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pedrohfernandes-klk.github.io/​pt/​m8/​licao-m8-f10/​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Comparaste critério a critério, do tema ao efeito, e viste que um bom par não se escolhe pela semelhança: a diferença faz ver.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par-modelo mostra a tensão produtiva: a luz de Eugénio, de fora e de verão, contra a de Hammershøi (1903–1904), de dentro e cinzenta.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5 a 7 minutos citas dois versos no máximo, tocas até 30 segundos com créditos e verificas autor, título e data de tudo o que mostras.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M8-F10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«“George”, uma mulher em três idades»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06 · M8-F10 · Poema com pintura ou álbum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