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M8-F10, Poema com pintura ou álbum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3.º ANO, MÓDULO 8, LIÇÃO M8-F10, UNIDADE 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68580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0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Poema com pintura ou álbum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" y="4297680"/>
            <a:ext cx="5212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 poema e uma pintura, ou um poema e um álbum. Postos lado a lado, cada um mostra no outro o que sozinho não se via.</a:t>
            </a:r>
            <a:endParaRPr lang="en-US" sz="2000" dirty="0"/>
          </a:p>
        </p:txBody>
      </p:sp>
      <p:pic>
        <p:nvPicPr>
          <p:cNvPr id="15" name="Image 0" descr="/home/user/epi-portugues-fontes/_interno/biblioteca-imagens/fontes/goya-tres-de-maio-1814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13855" y="914400"/>
            <a:ext cx="4754880" cy="45720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613855" y="914400"/>
            <a:ext cx="4754880" cy="4572000"/>
          </a:xfrm>
          <a:prstGeom prst="rect">
            <a:avLst/>
          </a:prstGeom>
          <a:ln w="12700">
            <a:solidFill>
              <a:srgbClr val="F2F0E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613855" y="5577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fuzilamentos de 3 de maio de 1808 (Francisco de Goya, 1814, Museo del Prado). Domínio público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M8-F10, Poema com pintura ou álbum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ABRIR, CINCO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 pintura ou que álbum porias ao lado de um poema que leste neste módulo?</a:t>
            </a:r>
            <a:endParaRPr lang="en-US" sz="4600" dirty="0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M8-F10, Poema com pintura ou álbum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encomenda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011680"/>
            <a:ext cx="98142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Escolhe um poema de Sena, Eugénio ou Amaral e uma pintura ou um álbum musical que dialogue com ele.</a:t>
            </a:r>
            <a:endParaRPr lang="en-US" sz="23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Apresenta em 5–7 minutos: análise do poema (lentes, forma, recursos), análise da obra escolhida e comparação (semelhanças, diferenças, o que uma revela na outra). Mostra a imagem ou toca no máximo 30 segundos de uma faixa, com créditos. Nada de letras de canções projetadas.</a:t>
            </a:r>
            <a:endParaRPr lang="en-US" sz="2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M8-F10, Poema com pintura ou álbum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ESSENCIAL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coisas 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447544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Tarefa de avaliação, 25 %: escolhes um poema de Sena, Eugénio ou Amaral e uma pintura ou um álbum musical que dialogue com ele.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apresentação, de 5 a 7 minutos, analisa o poema com as lentes, analisa a obra escolhida e compara as duas: o que uma revela na outra.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5506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550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559808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Ficas a saber comparar duas artes critério a critério, verificar autor, título e data, e defender a escolha de um par em que as duas obras se desafiem.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M8-F10, Poema com pintura ou álbum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VER, E COMPLETAR NO CADERNO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 no caderno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57400"/>
          <a:ext cx="10545775" cy="914400"/>
        </p:xfrm>
        <a:graphic>
          <a:graphicData uri="http://schemas.openxmlformats.org/drawingml/2006/table">
            <a:tbl>
              <a:tblPr/>
              <a:tblGrid>
                <a:gridCol w="4429226"/>
                <a:gridCol w="3058275"/>
                <a:gridCol w="3058275"/>
              </a:tblGrid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CRITÉRIO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POEMA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PINTURA / ÁLBUM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Tema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Contexto (época, autor)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Forma e composição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Recurso ou técnica mais forte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Efeito em quem lê / vê / ouve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M8-F10, Poema com pintura ou álbum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NO TELEMÓVEL, QUINZE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a lição no telemóvel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882904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e responde aos cartões, um de cada vez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percurso marca a lição como feita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18" name="Image 0" descr="/home/user/epi-portugues-fontes/_interno/biblioteca-imagens/qr/licao-m8-f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pedrohfernandes-klk.github.io/​pt/​m8/​licao-m8-f10/​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M8-F10, Poema com pintura ou álbum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PAUSA: CARTÕES NO TELEMÓVEL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minutos, com placar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lição, toca em «Sala» e escreve o código do ecrã e uma alcunha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os cartões que o ecrã indica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acabares, olha para o placar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8-f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pedrohfernandes-klk.github.io/​pt/​m8/​licao-m8-f10/​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M8-F10, Poema com pintura ou álbum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447544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Comparaste critério a critério, do tema ao efeito, e viste que um bom par não se escolhe pela semelhança: a diferença faz ver.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par-modelo mostra a tensão produtiva: a luz de Eugénio, de fora e de verão, contra a de Hammershøi (1903–1904), de dentro e cinzenta.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5506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550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559808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5 a 7 minutos citas dois versos no máximo, tocas até 30 segundos com créditos e verificas autor, título e data de tudo o que mostras.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M8-F10, Poema com pintura ou álbum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telemóvel ou no PC da escola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 o baralho da lição M8-F10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296519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29651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2974340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Espreita a lição seguinte, «“George”, uma mulher em três idades»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sair: foto do caderno para o portefólio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passo-m8-f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pedrohfernandes-klk.github.io/​pt/​m8/​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M8 · Sessão 06 · M8-F10 · Poema com pintura ou álbum</dc:title>
  <dc:subject>PptxGenJS Presentation</dc:subject>
  <dc:creator>EPI · Português</dc:creator>
  <cp:lastModifiedBy>EPI · Português</cp:lastModifiedBy>
  <cp:revision>1</cp:revision>
  <dcterms:created xsi:type="dcterms:W3CDTF">2026-10-10T20:31:14Z</dcterms:created>
  <dcterms:modified xsi:type="dcterms:W3CDTF">2026-10-10T20:31:14Z</dcterms:modified>
  <dc:description/>
</cp:coreProperties>
</file>