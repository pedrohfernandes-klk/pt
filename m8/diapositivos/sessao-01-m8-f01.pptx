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M8-F01,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vozes, um século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poetas que escreveram depois da guerra, do exílio e da ditadura. Vais aprender quatro maneiras de entrar num poema.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oya-tres-de-maio-18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fuzilamentos de 3 de maio de 1808 (Francisco de Goya, 1814, Museo del Prado).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«SILÊNCIO»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silêncio te disse mais do que uma conversa?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pode um poema que uma notícia não pode?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voz de antes do século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destes três poetas, em 1915, a revista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Orpheu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publicou poemas de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Ângelo de Lima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(Porto, 1872 – Lisboa, 1921), soldado em Moçambique e, desde 1901, internado no hospital de Rilhafoles; foram Fernando Pessoa e Mário de Sá-Carneiro que os escolheram. Um deles pergunta se «estes versos antigos» ainda lembram a alguém.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Guarda a pergunta: é também a deste módulo. O exercício «Estes versos antigos», no telemóvel, traz um desses poemas.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de Sena, Eugénio de Andrade e Ana Luísa Amaral escreveram depois da guerra, do exílio e da ditadura; esta lição situa os três poetas.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lentes para ler poesia do século XX: representações do contemporâneo, tradição literária, figurações do poeta e arte poética, sempre com atenção à forma e aos recursos.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saber entrar num poema pelas quatro lentes e a fazer a um poeta três perguntas abertas, cada uma com uma lente diferente.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a última coluna no caderno, no fim do módulo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POETA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PALAVRA PARA A VOZ DELE OU DELA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Jorge de Sena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Lisboa, 1919 – Santa Bárbara, Califórnia, 1978. Poeta, crítico, ensaísta, ficcionista, dramaturgo, tradutor e docente universitário; naturalizado brasileiro em 1963.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Eugénio de Andrade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Pseudónimo de José Fontinhas. Póvoa de Atalaia, Fundão, 1923 – Porto, 2005. Viveu no Porto desde 1950.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 Luísa Amaral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Lisboa, 1956 – Porto, 2022. Poeta, tradutora e docente na Faculdade de Letras do Porto; doutorou-se sobre Emily Dickinson; preparou a edição anotada de </a:t>
                      </a:r>
                      <a:pPr indent="0" marL="0">
                        <a:buNone/>
                      </a:pPr>
                      <a:r>
                        <a:rPr lang="en-US" sz="15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Novas Cartas Portuguesas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lentes para ler poesia do século XX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**1.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Representações do contemporâneo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que mundo, que tempo, que problemas aparecem?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Tradição literária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que autores, formas ou mitos anteriores o poema retoma ou contesta?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Figurações do poeta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como se vê quem escreve (testemunha, artesão, amante, voz de outros)?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poética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 poema fala da própria poesia? E sempre: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(estrofes, métrica, rima ou verso livre) e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recursos expressivos**.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«Quatro lentes, um poema»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pedrohfernandes-klk.github.io/​pt/​m8/​licao-m8-f01/​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pedrohfernandes-klk.github.io/​pt/​m8/​licao-m8-f01/​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Situaste três poetas: Jorge de Sena (Lisboa, 1919 – Califórnia, 1978, naturalizado brasileiro em 1963), Eugénio de Andrade, pseudónimo de José Fontinhas (1923–2005), e Ana Luísa Amaral (1956–2022).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deles, em 1915, Ângelo de Lima perguntava na revista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Orpheu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«estes versos antigos» ainda lembravam a alguém; a pergunta acompanha o módulo inteiro.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Usaste as lentes para escrever três perguntas abertas a um destes poetas, uma por lente, e escolheste a que abre melhor a conversa.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M8-F01, Três vozes, um século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M8-F01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«Jorge de Sena, poeta testemunha»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01 · M8-F01 · Três vozes, um século</dc:title>
  <dc:subject>PptxGenJS Presentation</dc:subject>
  <dc:creator>EPI · Português</dc:creator>
  <cp:lastModifiedBy>EPI · Português</cp:lastModifiedBy>
  <cp:revision>1</cp:revision>
  <dcterms:created xsi:type="dcterms:W3CDTF">2026-10-11T03:55:42Z</dcterms:created>
  <dcterms:modified xsi:type="dcterms:W3CDTF">2026-10-11T03:55:42Z</dcterms:modified>
  <dc:description/>
</cp:coreProperties>
</file>