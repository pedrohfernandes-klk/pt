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M8-F05,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Luísa Amaral: reescrever a tradição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oração antiga, dita de dentro de uma jangada, no Mediterrâneo de hoje. A forma é da tradição; quem fala é de agora.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um poema que uma notícia não pode?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LER, NA FOLHA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 lê-se na folha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Poema 1 — «Prece no Mediterrâneo»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 Luísa Amaral, «Prece no Mediterrâneo», Ágora (Assírio &amp; Alvim, 2019); Seara Nova, n.º 1760.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Luísa Amaral (Lisboa, 1956 – Porto, 2022) foi poeta e tradutora e ensinou na Faculdade de Letras do Porto; lês «Prece no Mediterrâneo», do livro Ágora.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é uma oração dita por quem atravessa o mar hoje: retoma a forma da prece e a história dos pães e dos peixes, mas troca o pedido.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identificar o que um poema retoma da tradição e o que muda nela, e a quem dá voz: a quem antes não a tinha.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«PRECE NO MEDITERRÂNEO»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SEGUNDO POEMA (DO MANUAL)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Figura, mito ou texto retomado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era na tradição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 poema muda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 ou gesto quotidiano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Verso-chave (curto)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em poucas palavras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uma oração, dita por quem atravessa o mar.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 por trocar o pedido: «Em vez de peixes, Senhor, / dai-nos a paz». Pede um mar sem perigo e, à chegada, gente que acolha. Diz como a viagem é dura. Pede que desta vez não haja mortos. No fim, depois da jangada, da guerra e do cansaço, pede afinal um pão e um peixe, de um mar «que é também nosso».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8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Comparaste três figurações do poeta: Sena testemunha, Eugénio apura a palavra, Amaral reescreve a tradição.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 troca-se logo, «Em vez de peixes, Senhor, / dai-nos a paz», e só no fim voltam o pão e o peixe, de um mar «que é também nosso».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Viste a apóstrofe e a tradição literária em ação, e ensaiaste dar voz, na primeira pessoa e com um objeto quotidiano, a uma personagem secundária.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M8-F05, Ana Luísa Amaral: reescrever a tradição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M8-F05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«Verbos que duram, palavras que apontam»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04 · M8-F05 · Ana Luísa Amaral: reescrever a tradição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