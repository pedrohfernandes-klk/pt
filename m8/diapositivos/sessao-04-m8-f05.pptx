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Amaral: reescrever a tradição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oração antiga, dita de dentro de uma jangada, no Mediterrâneo de hoje. A forma é da tradição; quem fala é de agora.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«Prece no Mediterrâneo»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 Luísa Amaral, «Prece no Mediterrâneo»,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Ágora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(Assírio &amp; Alvim, 2019);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Seara Nova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n.º 1760.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 (Lisboa, 1956 – Porto, 2022) foi poeta e tradutora e ensinou na Faculdade de Letras do Porto; lês «Prece no Mediterrâneo»,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Ágora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é uma oração dita por quem atravessa o mar hoje: retoma a forma da prece e a história dos pães e dos peixes, mas troca o pedido.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identificar o que um poema retoma da tradição e o que muda nela, e a quem dá voz: a quem antes não a tinha.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«PRECE NO MEDITERRÂNEO»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SEGUNDO POEMA (DO MANUAL)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Figura, mito ou texto retomado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 na tradição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poema muda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Objeto ou gesto quotidiano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uma oração, dita por quem atravessa o mar.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por trocar o pedido: «Em vez de peixes, Senhor, / dai-nos a paz». Pede um mar sem perigo e, à chegada, gente que acolha. Diz como a viagem é dura. Pede que desta vez não haja mortos. No fim, depois da jangada, da guerra e do cansaço, pede afinal um pão e um peixe, de um mar «que é também nosso».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três figurações do poeta: Sena testemunha, Eugénio apura a palavra, Amaral reescreve a tradição.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pedido troca-se logo, «Em vez de peixes, Senhor, / dai-nos a paz», e só no fim voltam o pão e o peixe, de um mar «que é também nosso».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Viste a apóstrofe e a tradição literária em ação, e ensaiaste dar voz, na primeira pessoa e com um objeto quotidiano, a uma personagem secundária.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M8-F05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«Verbos que duram, palavras que apontam»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04 · M8-F05 · Ana Luísa Amaral: reescrever a tradição</dc:title>
  <dc:subject>PptxGenJS Presentation</dc:subject>
  <dc:creator>EPI · Português</dc:creator>
  <cp:lastModifiedBy>EPI · Português</cp:lastModifiedBy>
  <cp:revision>1</cp:revision>
  <dcterms:created xsi:type="dcterms:W3CDTF">2026-10-11T03:55:42Z</dcterms:created>
  <dcterms:modified xsi:type="dcterms:W3CDTF">2026-10-11T03:55:42Z</dcterms:modified>
  <dc:description/>
</cp:coreProperties>
</file>