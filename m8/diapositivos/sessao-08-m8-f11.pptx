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M8-F11,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Caderno de campo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Vais a um lugar e levas um lápis em vez do telemóvel. O que trouxeres de lá é matéria-prima de escrita.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estacao-do-ross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Estação do Rossio, Lisboa (fotografia de Jorge Franganillo, 2024). CC BY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deixas de ver num lugar quando olhas para ele através do telemóvel?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visita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Local: ______________________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____/____/______.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Ligação ao módulo: ______________________.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a visita,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telemóvel guardado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caderno e um lápis.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Horários e condições: confirmar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de estudo a um lugar ligado à poesia ou ao conto do século XX, com lápis em vez de telemóvel; local e data a confirmar com o docente.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Registas três pormenores visuais, dois sons, um objeto que contaria uma história, uma frase ouvida ou lida, com a fonte, e uma pergunta que ficou.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transformar um objeto observado na primeira frase de um conto e a ligar o lugar a um poema ou a um conto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OBSERVEI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Três pormenores visuais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sons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que contaria uma história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ouvida ou lida (com fonte)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pergunta que ficou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registas com lápis, telemóvel guardado, é matéria-prima: ainda não é o texto, é o que vais transformar em texto.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Depois, o objeto torna-se a primeira frase de um conto, com pormenor concreto e tensão, como a cadeira que o guarda nunca usava.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 liga-se a um poema ou a um conto do módulo por um pormenor do lugar e um verso ou passo do texto, não só pelo nome do autor.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M8-F11, Caderno de campo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«Três imagens ao acaso»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08 · M8-F11 · Caderno de campo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