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M8-F11,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Caderno de campo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Vais a um lugar e levas um lápis em vez do telemóvel. O que trouxeres de lá é matéria-prima de escrita.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estacao-do-ross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Estação do Rossio, Lisboa (fotografia de Jorge Franganillo, 2024). CC BY 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deixas de ver num lugar quando olhas para ele através do telemóvel?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visita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Local: ______________________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____/____/______.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Ligação ao módulo: ______________________.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Durante a visita,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telemóvel guardado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 caderno e um lápis.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Horários e condições: confirmar na semana da visita.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de estudo a um lugar ligado à poesia ou ao conto do século XX, com lápis em vez de telemóvel; local e data a confirmar com o docente.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Registas três pormenores visuais, dois sons, um objeto que contaria uma história, uma frase ouvida ou lida, com a fonte, e uma pergunta que ficou.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Aprendes a transformar um objeto observado na primeira frase de um conto e a ligar o lugar a um poema ou a um conto do módulo.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OBSERVEI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Três pormenores visuais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Dois sons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objeto que contaria uma história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frase ouvida ou lida (com fonte)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pergunta que ficou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8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pedrohfernandes-klk.github.io/​pt/​m8/​licao-m8-f11/​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pedrohfernandes-klk.github.io/​pt/​m8/​licao-m8-f11/​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registas com lápis, telemóvel guardado, é matéria-prima: ainda não é o texto, é o que vais transformar em texto.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Depois, o objeto torna-se a primeira frase de um conto, com pormenor concreto e tensão, como a cadeira que o guarda nunca usava.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lugar liga-se a um poema ou a um conto do módulo por um pormenor do lugar e um verso ou passo do texto, não só pelo nome do autor.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M8-F11, Caderno de campo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M8-F11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«Três imagens ao acaso»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08 · M8-F11 · Caderno de campo</dc:title>
  <dc:subject>PptxGenJS Presentation</dc:subject>
  <dc:creator>EPI · Português</dc:creator>
  <cp:lastModifiedBy>EPI · Português</cp:lastModifiedBy>
  <cp:revision>1</cp:revision>
  <dcterms:created xsi:type="dcterms:W3CDTF">2026-10-11T03:02:54Z</dcterms:created>
  <dcterms:modified xsi:type="dcterms:W3CDTF">2026-10-11T03:02:54Z</dcterms:modified>
  <dc:description/>
</cp:coreProperties>
</file>