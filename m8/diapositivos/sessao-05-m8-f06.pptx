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3.º ANO, MÓDULO 8, LIÇÃO M8-F06,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Verbos que duram, palavras que apontam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«Leu» e «lia» dizem a mesma ação e não dizem a mesma coisa. E há palavras que apontam para trás e outras que apontam para a frente.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goya-tres-de-maio-1814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fuzilamentos de 3 de maio de 1808 (Francisco de Goya, 1814, Museo del Prado).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«Leu o poema» ou «lia o poema»: o que muda entre as duas frases?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Aspeto, anáfora e catáfora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Valor aspetual: como se apresenta a situação no tempo.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Perfetivo (concluída: «leu o poema»); imperfetivo (em curso, sem fim marcado: «lia»); habitual («costuma escrever», «escreve todas as manhãs»); iterativo (repetida um certo número de vezes: «releu o verso três vezes»); genérico (verdade geral: «os poetas observam»).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Situações estativas (estados: «saber», «ser») e eventos (ações ou processos: «escrever», «chegar»).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Anáfora: expressão que retoma algo já dito («Li o conto. Ele surpreendeu-me»).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Catáfora: expressão que antecipa algo que vem depois («Isto é o que quero: silêncio»).</a:t>
            </a:r>
            <a:endParaRPr lang="en-US" sz="2000" dirty="0"/>
          </a:p>
          <a:p>
            <a:pPr indent="0" marL="0">
              <a:lnSpc>
                <a:spcPct val="120000"/>
              </a:lnSpc>
              <a:spcAft>
                <a:spcPts val="1000"/>
              </a:spcAft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Atenção: em retórica, «anáfora» é outra coisa, a mesma palavra a abrir versos ou frases seguidas.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Valor aspetual é o modo como a frase apresenta a situação no tempo: perfetivo, imperfetivo, habitual, iterativo e genérico; situações estativas e eventos.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anáfora retoma algo já dito («Li o conto. Ele surpreendeu-me»); a catáfora anuncia o que vem depois («Isto é o que quero: silêncio»).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Aprendes a dar nome ao valor aspetual de uma frase e a escrever um parágrafo sobre um poema com uma anáfora, uma catáfora e dois valores aspetuais diferentes.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ASPETUAL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pintora terminou o retrato ontem.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Todos os verões, ela voltava à casa da infância.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poeta riscou a mesma palavra três vezes.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Os contos são narrativas breves.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Ela pintava quando a campainha tocou.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«Fechou, fechava, foi fechando»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pedrohfernandes-klk.github.io/​pt/​m8/​licao-m8-f06/​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Deste nome a cinco valores aspetuais: perfetivo («terminou»), imperfetivo («pintava»), habitual («voltava todos os verões»), iterativo («riscou três vezes») e genérico («são»).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6677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6677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67690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Distinguiste anáfora, que retoma («Nele», o espelho), de catáfora, que anuncia («Disse-o», ia partir), e lembraste que em retórica a anáfora é outra coisa.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parágrafo de 60 a 80 palavras sobre um poema junta os quatro elementos, como no modelo «Isto é o que fica do poema: uma luz pequena».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M8-F06, Verbos que duram, palavras que apontam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M8-F06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«Poema com pintura ou álbum»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8-f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pedrohfernandes-klk.github.io/​pt/​m8/​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M8 · Sessão 05 · M8-F06 · Verbos que duram, palavras que apontam</dc:title>
  <dc:subject>PptxGenJS Presentation</dc:subject>
  <dc:creator>EPI · Português</dc:creator>
  <cp:lastModifiedBy>EPI · Português</cp:lastModifiedBy>
  <cp:revision>1</cp:revision>
  <dcterms:created xsi:type="dcterms:W3CDTF">2026-10-10T20:31:14Z</dcterms:created>
  <dcterms:modified xsi:type="dcterms:W3CDTF">2026-10-10T20:31:14Z</dcterms:modified>
  <dc:description/>
</cp:coreProperties>
</file>