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M8-F03, Jorge de Sena, poeta testemunha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8, LIÇÃO M8-F03,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de Sena, poeta testemunha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Sena saiu de Portugal em 1959 e escreveu como quem toma nota do que viu. Um poema pode ser um depoimento.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goya-tres-de-maio-18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fuzilamentos de 3 de maio de 1808 (Francisco de Goya, 1814, Museo del Prado).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M8-F03, Jorge de Sena, poeta testemunha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pode um poema que uma notícia não pode?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M8-F03, Jorge de Sena, poeta testemunha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LER, NA FOLHA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textos leem-se na folha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168859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688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Poema 1 — «Uma pequenina luz»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de Sena, «Uma pequenina luz»; texto e vídeo na RTP Ensina, programa </a:t>
            </a:r>
            <a:pPr indent="0" marL="0">
              <a:lnSpc>
                <a:spcPct val="10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(2005, dito por Carmen Dolores). Grafia da página.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7917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791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800856"/>
            <a:ext cx="9174175" cy="1688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Poema 2 — «Carta a meus filhos sobre os fuzilamentos de Goya»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de Sena, «Carta a meus filhos sobre os fuzilamentos de Goya», </a:t>
            </a:r>
            <a:pPr indent="0" marL="0">
              <a:lnSpc>
                <a:spcPct val="10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Metamorfoses</a:t>
            </a:r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(1963).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M8-F03, Jorge de Sena, poeta testemunha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de Sena saiu de Portugal em 1959, viveu no Brasil e nos Estados Unidos e morreu na Califórnia em 1978; lês dois poemas seus.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«Uma pequenina luz» segue uma luz pequena e trémula no meio das pessoas; a «Carta a meus filhos» parte do quadro de Goya sobre os fuzilamentos de 1808.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Aprendes a ler a figuração do poeta como testemunha, aquele que viu e não deixa esquecer, e a prová-la com um verso de cada poema.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M8-F03, Jorge de Sena, poeta testemunha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POEMA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POEMA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 ou acontecimento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Posição do sujeito (dentro, fora, acusa, recorda)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Tradição retomada (autor, mito, forma)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 mais forte e efeito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Verso-chave (curto)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M8-F03, Jorge de Sena, poeta testemunha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segundo poema foi escrito a partir do quadro </a:t>
            </a:r>
            <a:pPr indent="0" marL="0">
              <a:lnSpc>
                <a:spcPct val="120000"/>
              </a:lnSpc>
              <a:buNone/>
            </a:pPr>
            <a:r>
              <a:rPr lang="en-US" sz="23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3 de Maio de 1808 em Madrid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de Goya (Museu do Prado): o fuzilamento de madrilenos pelas tropas de Napoleão. Ao ler, procura marcas de lugar, de tempo histórico e de juízo moral. As quatro lentes estão na lição «Três vozes, um século».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M8-F03, Jorge de Sena, poeta testemunha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8-f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pedrohfernandes-klk.github.io/​pt/​m8/​licao-m8-f03/​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M8-F03, Jorge de Sena, poeta testemunha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8-f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pedrohfernandes-klk.github.io/​pt/​m8/​licao-m8-f03/​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M8-F03, Jorge de Sena, poeta testemunha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ATLAS LUSÓFONO (OPCIONAL)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Ruy Cinatti, Timor-Leste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5740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Ruy Cinatti funda em 1940 os 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Cadernos de Poesia</a:t>
            </a:r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com Tomaz Kim e José Blanc de Portugal; na 2.ª série, a partir de 1951, Jorge de Sena junta-se aos organizadores.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M8-F03, Jorge de Sena, poeta testemunha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dois poemas o sujeito é testemunha: vê quem sopra com raiva para apagar a luz e lembra aos filhos os que foram perseguidos e mortos por serem fiéis a uma ideia, a uma esperança ou só à fome.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luz não aquece, não ilumina os rostos, não custa dinheiro, «Mas brilha»; os fuzilamentos de 1808 são um episódio entre mil, e o mundo guarda-se como coisa emprestada.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Trabalhaste a apóstrofe («meus filhos»), a enumeração e a anáfora retórica, e aprendeste a ler a figuração do poeta verso a verso.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M8-F03, Jorge de Sena, poeta testemunha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M8-F03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«Eugénio de Andrade: a palavra essencial»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8-f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M8 · Sessão 02 · M8-F03 · Jorge de Sena, poeta testemunha</dc:title>
  <dc:subject>PptxGenJS Presentation</dc:subject>
  <dc:creator>EPI · Português</dc:creator>
  <cp:lastModifiedBy>EPI · Português</cp:lastModifiedBy>
  <cp:revision>1</cp:revision>
  <dcterms:created xsi:type="dcterms:W3CDTF">2026-10-11T03:55:42Z</dcterms:created>
  <dcterms:modified xsi:type="dcterms:W3CDTF">2026-10-11T03:55:42Z</dcterms:modified>
  <dc:description/>
</cp:coreProperties>
</file>