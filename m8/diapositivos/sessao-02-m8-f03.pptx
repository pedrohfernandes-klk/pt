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poeta testemunha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 saiu de Portugal em 1959 e escreveu como quem toma nota do que viu. Um poema pode ser um depoimento.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textos leem-se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68859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1 — «Uma pequenina luz»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«Uma pequenina luz»; texto e vídeo na RTP Ensina, programa Voz (2005, dito por Carmen Dolores). Grafia da página.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7917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791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800856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2 — «Carta a meus filhos sobre os fuzilamentos de Goya»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«Carta a meus filhos sobre os fuzilamentos de Goya», Metamorfoses (1963).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 saiu de Portugal em 1959, viveu no Brasil e nos Estados Unidos e morreu na Califórnia em 1978; lês dois poemas seus.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«Uma pequenina luz» segue uma luz pequena e trémula no meio das pessoas; a «Carta a meus filhos» parte do quadro de Goya sobre os fuzilamentos de 1808.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ler a figuração do poeta como testemunha, aquele que viu e não deixa esquecer, e a prová-la com um verso de cada poema.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ou acontecimento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 do sujeito (dentro, fora, acusa, recorda)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Tradição retomada (autor, mito, forma)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mais forte e efeito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Verso-chave (curto)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segundo poema foi escrito a partir do quadro O 3 de Maio de 1808 em Madrid, de Goya (Museu do Prado): o fuzilamento de madrilenos pelas tropas de Napoleão. Ao ler, procura marcas de lugar, de tempo histórico e de juízo moral. As quatro lentes estão na lição «Três vozes, um século».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Ruy Cinatti, Timor-Leste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de Sena prefaciou este livro; os dois estiveram nos Cadernos de Poesia. Lê Sena a partir de um amigo que testemunhou Timor.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dois poemas o sujeito é testemunha: vê quem sopra com raiva para apagar a luz e lembra aos filhos os que foram perseguidos e mortos por serem fiéis a uma ideia, a uma esperança ou só à fome.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luz não aquece, não ilumina os rostos, não custa dinheiro, «Mas brilha»; os fuzilamentos de 1808 são um episódio entre mil, e o mundo guarda-se como coisa emprestada.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Trabalhaste a apóstrofe («meus filhos»), a enumeração e a anáfora retórica, e aprendeste a ler a figuração do poeta verso a verso.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M8-F03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«Eugénio de Andrade: a palavra essencial»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02 · M8-F03 · Jorge de Sena, poeta testemunha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