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Eugénio de Andrade: a palavra essencial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Poemas curtos em que não sobra nada. Vais tentar tirar uma palavra e ver o que cai.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um poema que uma notícia não pode?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LER, NA FOLHA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 lê-se na folha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Poema 1 — «As Palavras»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Eugénio de Andrade, «As Palavras»,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Amanhã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texto e vídeo na RTP Ensina, programa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Voz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(2005, dito por Beatriz Batarda).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Eugénio de Andrade, pseudónimo de José Fontinhas, nasceu na Póvoa de Atalaia em 1923, viveu no Porto desde 1950 e morreu em 2005.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«As Palavras», do livro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Amanhã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abre com uma comparação, «São como um cristal, / as palavras», e acaba com duas perguntas que ficam sem resposta.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Aprendes a reconhecer uma arte poética e a cortar um texto teu até ao essencial, para veres que palavra não se pode tirar.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DO POEMA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REPRESENTA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Natureza (água, terra, luz, fruto…)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/ poesia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em poucas palavras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poema abre com uma comparação: «São como um cristal, / as palavras.» Logo a seguir dá-lhes outras formas, umas que ferem e queimam, outras leves como orvalho. As palavras chegam em segredo, carregadas de memória, e navegam sem segurança. São frágeis e inocentes, feitas ao mesmo tempo de luz e de noite. O poema acaba com duas perguntas, que ficam sem resposta: quem as ouve, e quem as recolhe.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8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Reconheceste em «As Palavras» uma arte poética: um poema que fala das próprias palavras, e por isso da poesia.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fecha com duas interrogações retóricas, quem as ouve e quem as recolhe, e deixa-as sem resposta.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Distingues agora comparação (com «como») de metáfora, e sabes cortar um texto teu em três versões até à palavra que não se pode tirar.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M8-F04, Eugénio de Andrade: a palavra essencial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«Ana Luísa Amaral: reescrever a tradição»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03 · M8-F04 · Eugénio de Andrade: a palavra essencial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