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visita à Casa dos Bicos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casa do século XVI, com bicos de pedra na fachada, aqui perto, junto ao rio. Lá dentro está a obra de um escritor do século XX.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sa-dos-bic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dos Bicos, Lisboa, sede da Fundação José Saramago (fotografia de Ingo Mehling, 2022).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lugar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Fundação José Saramago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criada pelo escritor em 2007, tem sede na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dos Bicos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desde 2012, com uma exposição permanente sobre a vida e a obra, «A semente e os frutos». A Casa dos Bicos foi construída em 1523 por ordem de D. Brás de Albuquerque, fica a oriente do Terreiro do Paço e é Monumento Nacional desde 1910. Vai-se a pé desde o Cais do Sodré. Os horários e as condições confirmam-se na semana da visita.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Fundação José Saramago, criada pelo escritor em 2007, tem sede desde 2012 na Casa dos Bicos, construída em 1523 por ordem de D. Brás de Albuquerque.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visita faz-se com um caderno de campo e o telemóvel guardado; anotas um objeto, uma frase do autor, um dado biográfico novo e a fachada com os bicos.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ligar o que viste à leitura do romance, e a pensar numa casa do século XVI que guarda a obra de um escritor do século XX.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 / OUVI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AO </a:t>
                      </a:r>
                      <a:pPr indent="0" marL="0">
                        <a:buNone/>
                      </a:pPr>
                      <a:r>
                        <a:rPr lang="en-US" sz="1100" b="1" i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ou manuscrito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do autor exposta (curta, com local)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dado biográfico novo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fachada (os «bicos»)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pedrohfernandes-klk.github.io/​pt/​m9/​licao-m9-f04/​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situaste o lugar: a Casa dos Bicos fica a oriente do Terreiro do Paço, vai-se a pé desde o Cais do Sodré e a exposição permanente chama-se «A semente e os frutos».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caderno de campo, primeiro observas e registas com fonte, e só depois ligas ao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um dado biográfico novo é um facto da vida de Saramago que ainda não sabias.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séculos cruzam-se: a casa é do século XVI, o escritor do século XX, e o romance conta o século XVIII com o saber de hoje, passado por fora e presente por dentro.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M9-F04, Uma visita à Casa dos Bicos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 quem é uma obra?»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04 · M9-F04 · Uma visita à Casa dos Bicos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