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9, LIÇÃO M9-F04,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visita à Casa dos Bicos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casa do século XVI, com bicos de pedra na fachada, aqui perto, junto ao rio. Lá dentro está a obra de um escritor do século XX.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asa-dos-bic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dos Bicos, Lisboa, sede da Fundação José Saramago (fotografia de Ingo Mehling, 2022).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uma obra: de quem a manda fazer ou de quem a faz?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lugar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Fundação José Saramago, criada pelo escritor em 2007, tem sede na Casa dos Bicos desde 2012, com uma exposição permanente sobre a vida e a obra, «A semente e os frutos». A Casa dos Bicos foi construída em 1523 por ordem de D. Brás de Albuquerque, fica a oriente do Terreiro do Paço e é Monumento Nacional desde 1910. Vai-se a pé desde o Cais do Sodré. Os horários e as condições confirmam-se na semana da visita.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Fundação José Saramago, criada pelo escritor em 2007, tem sede desde 2012 na Casa dos Bicos, construída em 1523 por ordem de D. Brás de Albuquerque.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visita faz-se com um caderno de campo e o telemóvel guardado; anotas um objeto, uma frase do autor, um dado biográfico novo e a fachada com os bicos.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ligar o que viste à leitura do romance, e a pensar numa casa do século XVI que guarda a obra de um escritor do século XX.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VI / OUVI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LIGAÇÃO AO MEMORIAL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objeto ou manuscrito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frase do autor exposta (curta, com local)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dado biográfico novo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fachada (os «bicos»)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9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pedrohfernandes-klk.github.io/​pt/​m9/​licao-m9-f04/​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pedrohfernandes-klk.github.io/​pt/​m9/​licao-m9-f04/​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itens situaste o lugar: a Casa dos Bicos fica a oriente do Terreiro do Paço, vai-se a pé desde o Cais do Sodré e a exposição permanente chama-se «A semente e os frutos».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caderno de campo, primeiro observas e registas com fonte, e só depois ligas ao Memorial; um dado biográfico novo é um facto da vida de Saramago que ainda não sabias.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séculos cruzam-se: a casa é do século XVI, o escritor do século XX, e o romance conta o século XVIII com o saber de hoje, passado por fora e presente por dentro.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M9-F04, Uma visita à Casa dos Bicos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M9-F04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«De quem é uma obra?»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9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Sessão 04 · M9-F04 · Uma visita à Casa dos Bicos</dc:title>
  <dc:subject>PptxGenJS Presentation</dc:subject>
  <dc:creator>EPI · Português</dc:creator>
  <cp:lastModifiedBy>EPI · Português</cp:lastModifiedBy>
  <cp:revision>1</cp:revision>
  <dcterms:created xsi:type="dcterms:W3CDTF">2026-10-10T20:31:15Z</dcterms:created>
  <dcterms:modified xsi:type="dcterms:W3CDTF">2026-10-10T20:31:15Z</dcterms:modified>
  <dc:description/>
</cp:coreProperties>
</file>