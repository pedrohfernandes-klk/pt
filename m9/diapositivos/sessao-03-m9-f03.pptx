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M9-F03, A voz que conta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9, LIÇÃO M9-F03,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voz que conta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Saramago escreve as falas sem travessão nem aspas. Parece difícil — até perceberes que é alguém a contar em voz alta.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d-joao-v-dupra-172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João V (Domenico Duprà, 1725, Biblioteca Joanina).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M9-F03, A voz que conta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quem é a memória que este livro guarda?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M9-F03, A voz que conta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estilo de Saramago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Saramago, as falas não levam travessão nem aspas: separam-se por vírgulas e a fala seguinte começa por maiúscula. Frases longas, tom oralizante (como quem conta em voz alta), ironia, provérbios e expressões populares, intertextualidade (outros textos e autores), e um narrador que comenta e salta no tempo.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M9-F03, A voz que conta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pontuação de Saramago lê-se como uma partitura: sem travessão nem aspas, só vírgula e maiúscula, e a cada frase perguntas «quem fala aqui?».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estilo junta frases longas, tom oralizante, ironia, provérbios e intertextualidade, e o narrador comenta e salta no tempo sem perder a coesão.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distinguir discurso direto, indireto e indireto livre, a transformar um no outro e a escrever um diálogo à maneira de Saramago.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M9-F03, A voz que conta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EXEMPLO (P.)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EFEITO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Diálogo sem travessão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Tom oralizante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Ironia do narrador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Provérbio ou expressão popular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Intertextualidade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M9-F03, A voz que conta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encontrar exemplos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último capítulo, enquanto procura Baltasar, Blimunda fala com gente que a reconhece pelos caminhos: é meia página de perguntas e respostas sem um único travessão. Abre o livro aí e lê em voz alta, a duas vozes, antes de preencheres o quadro.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M9-F03, A voz que conta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«Quem fala aqui?»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9-f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pedrohfernandes-klk.github.io/​pt/​m9/​licao-m9-f03/​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M9-F03, A voz que conta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9-f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pedrohfernandes-klk.github.io/​pt/​m9/​licao-m9-f03/​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M9-F03, A voz que conta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itens leste frases à maneira de Saramago e separaste discurso direto, indireto e indireto livre, este com a voz da personagem dentro da do narrador, sem verbo a anunciar.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Transformaste «Disse Blimunda, Eu vejo o que está dentro» em «Blimunda disse que via o que estava dentro», com «que» e mudança de tempos.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coesão fica garantida pelas maiúsculas que marcam quem fala, pelos pronomes e repetições e por conectores orais como «pois», «ora» e «e então».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M9-F03, A voz que conta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M9-F03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«Uma visita à Casa dos Bicos»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9-f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M9 · Sessão 03 · M9-F03 · A voz que conta</dc:title>
  <dc:subject>PptxGenJS Presentation</dc:subject>
  <dc:creator>EPI · Português</dc:creator>
  <cp:lastModifiedBy>EPI · Português</cp:lastModifiedBy>
  <cp:revision>1</cp:revision>
  <dcterms:created xsi:type="dcterms:W3CDTF">2026-10-11T00:24:33Z</dcterms:created>
  <dcterms:modified xsi:type="dcterms:W3CDTF">2026-10-11T00:24:33Z</dcterms:modified>
  <dc:description/>
</cp:coreProperties>
</file>