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4-1.jpg" ContentType="image/jpg"/>
  <Override PartName="/ppt/media/image-5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M9-F01, Um convento, uma promessa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9, LIÇÃO M9-F01,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convento, uma promessa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rei promete construir um convento se lhe nascer um filho. Nasce — e milhares de homens vão carregar pedra durante anos.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mafra-palacio-convent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Palácio-Convento de Mafra, fachada (fotografia de Alvesgaspar, 2013). CC BY-SA 3.0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M9-F01, Um convento, uma promessa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PALAVRA DO MÓDULO, «MEMÓRIA»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quem é a história que a tua família conta, e quem ficou de fora?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M9-F01, Um convento, uma promessa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quem é a memória que este livro guarda?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M9-F01, Um convento, uma promessa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mafra-palacio-convento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O REI MARCA A DATA (CAPÍTULO XXI)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Desta meditação e agonia não saiu el-rei para vestir o burel da penitência e da renúncia, mas para fazer voltar os camaristas, os secretários e os frades, a cantarina viria mais tarde, a estes perguntando se era realmente verdade, consoante julgava saber, que a sagração das basílicas se deve fazer aos domingos, e eles responderam que sim, segundo o Ritual, e então el-rei mandou apurar quando cairia o dia do seu aniversário, vinte e dois de Outubro, a um domingo, tendo os secretários respondido, após cuidadosa verificação do calendário, que tal coincidência se daria daí a dois anos, em mil setecentos e trinta, Então é nesse dia que se fará a sagração da basílica de Mafra, assim o quero, ordeno e determino, e quando isto ouviram foram os camaristas beijar a mão do seu senhor, vós me direis qual é mais excelente, se ser do mundo rei, se desta gente.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José Saramago,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Memorial do Convento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(1982), capítulo XXI. grafia da edição. Excerto para estudo.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M9-F01, Um convento, uma promessa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mafra-palacio-convento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O REI MARCA A DATA (CAPÍTULO XXI)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Deitaram reverentemente alguma água na fervura João Frederico Ludovice e o doutor Leandro de Melo, chamados à pressa de Mafra, aonde o primeiro tinha ido e onde o segundo assistia, os quais, com a memória fresca do que lá viam, disseram que o estado da obra não consentia tão feliz previsão, tanto no que tocava ao convento, cujo segundo corpo se ia levantando lentamente de paredes, como à igreja, por sua natureza de delicada construção, um assembramento de pedras que não poderia ser feito à ligeira, vossa majestade o sabe melhor que ninguém, se tão harmoniosamente concilia e equilibra as partes de que se forma a nação.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José Saramago,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Memorial do Convento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(1982), capítulo XXI. grafia da edição. Excerto para estudo.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M9-F01, Um convento, uma promessa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Memorial do Convento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publicado em outubro de 1982, passa-se no início do século XVIII, no reinado de D. João V e no tempo da Inquisição.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romance cruza história e ficção em quatro linhas de ação (a construção do convento; a passarola; o amor de Baltasar e Blimunda; a corte e a Inquisição) e critica a exploração dos pobres.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Ficas a distinguir o tempo histórico do tempo da narrativa e a desmontar o título, com uma pergunta no fim: quem constrói um monumento, quem o manda fazer ou quem o faz?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M9-F01, Um convento, uma promessa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PALAVRA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SENTIDO(S)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ANTECIPA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Memorial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 Convento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M9-F01, Um convento, uma promessa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 faz cada exercício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cartão tem um «?» no topo: abre um vídeo curto que mostra como se responde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página «Como se faz» estão todos os vídeos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Vê o do primeiro cartão antes de começares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como-se-fa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pedrohfernandes-klk.github.io/​pt/​como/​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M9-F01, Um convento, uma promessa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«Da promessa à pedra»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9-f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pedrohfernandes-klk.github.io/​pt/​m9/​licao-m9-f01/​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M9-F01, Um convento, uma promessa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9-f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pedrohfernandes-klk.github.io/​pt/​m9/​licao-m9-f01/​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M9-F01, Um convento, uma promessa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itens desmontaram o título: «Memorial» é texto de memória e monumento que lembra, e antecipa a recuperação de quem a história oficial esquece.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capítulo XXI, o medo de morrer sem ver Mafra sagrada leva D. João V a marcar a sagração para o dia dos seus anos, 22 de outubro de 1730.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mede os alicerces em metros e avisa que é a medida de hoje, o narrador mostra o seu tempo, o século XX, e adianta o futuro em prolepses.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M9-F01, Um convento, uma promessa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M9-F01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«Ver e não ver»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9-f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pedrohfernandes-klk.github.io/​pt/​m9/​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M9 · Sessão 01 · M9-F01 · Um convento, uma promessa</dc:title>
  <dc:subject>PptxGenJS Presentation</dc:subject>
  <dc:creator>EPI · Português</dc:creator>
  <cp:lastModifiedBy>EPI · Português</cp:lastModifiedBy>
  <cp:revision>1</cp:revision>
  <dcterms:created xsi:type="dcterms:W3CDTF">2026-10-11T06:20:59Z</dcterms:created>
  <dcterms:modified xsi:type="dcterms:W3CDTF">2026-10-11T06:20:59Z</dcterms:modified>
  <dc:description/>
</cp:coreProperties>
</file>