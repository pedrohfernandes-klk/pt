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M9-F01, Um convento, uma promessa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3.º ANO, MÓDULO 9, LIÇÃO M9-F01, UNIDADE 1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convento, uma promessa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Um rei promete construir um convento se lhe nascer um filho. Nasce — e milhares de homens vão carregar pedra durante anos.</a:t>
            </a:r>
            <a:endParaRPr lang="en-US" sz="1800" dirty="0"/>
          </a:p>
        </p:txBody>
      </p:sp>
      <p:pic>
        <p:nvPicPr>
          <p:cNvPr id="15" name="Image 0" descr="/home/user/epi-portugues-fontes/_interno/biblioteca-imagens/fontes/mafra-palacio-convento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Palácio-Convento de Mafra, fachada (fotografia de Alvesgaspar, 2013). CC BY-SA 3.0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M9-F01, Um convento, uma promessa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PALAVRA DO MÓDULO, «MEMÓRIA»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 quem é a história que a tua família conta, e quem ficou de fora?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M9-F01, Um convento, uma promessa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 quem é a memória que este livro guarda?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M9-F01, Um convento, uma promessa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LER, NA FOLHA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texto lê-se na folha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057400"/>
            <a:ext cx="981425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0000"/>
              </a:lnSpc>
              <a:spcAft>
                <a:spcPts val="1400"/>
              </a:spcAft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rei marca a data (capítulo XXI)</a:t>
            </a:r>
            <a:endParaRPr lang="en-US" sz="2200" dirty="0"/>
          </a:p>
          <a:p>
            <a:pPr indent="0" marL="0">
              <a:lnSpc>
                <a:spcPct val="110000"/>
              </a:lnSpc>
              <a:spcAft>
                <a:spcPts val="1400"/>
              </a:spcAft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José Saramago, Memorial do Convento (1982), capítulo XXI. Texto junto pelo docente; grafia da edição.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M9-F01, Um convento, uma promessa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788412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Memorial do Convento, publicado em outubro de 1982, passa-se no início do século XVIII, no reinado de D. João V e no tempo da Inquisição.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564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romance cruza história e ficção em quatro linhas de ação (a construção do convento; a passarola; o amor de Baltasar e Blimunda; a corte e a Inquisição) e critica a exploração dos pobres.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89153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891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90067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Ficas a distinguir o tempo histórico do tempo da narrativa e a desmontar o título, com uma pergunta no fim: quem constrói um monumento, quem o manda fazer ou quem o faz?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M9-F01, Um convento, uma promessa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VER, E COMPLETAR NO CADERNO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Completa no caderno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57400"/>
          <a:ext cx="10545775" cy="914400"/>
        </p:xfrm>
        <a:graphic>
          <a:graphicData uri="http://schemas.openxmlformats.org/drawingml/2006/table">
            <a:tbl>
              <a:tblPr/>
              <a:tblGrid>
                <a:gridCol w="4429226"/>
                <a:gridCol w="3058275"/>
                <a:gridCol w="3058275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PALAVRA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SENTIDO(S)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 QUE ANTECIPA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Memorial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 Convento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M9-F01, Um convento, uma promessa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romance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011680"/>
            <a:ext cx="981425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Publicado em outubro de 1982, o Memorial do Convento passa-se no início do século XVIII, no reinado de D. João V e no tempo da Inquisição. O rei manda construir o Convento de Mafra para cumprir uma promessa ligada à sucessão do trono, com o ouro e os diamantes do Brasil. O romance cruza ficção e história e critica a exploração dos pobres pelos poderosos.</a:t>
            </a:r>
            <a:endParaRPr lang="en-US" sz="2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M9-F01, Um convento, uma promessa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COMEÇAR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se faz cada exercício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cartão tem um «?» no topo: abre um vídeo curto que mostra como se responde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página «Como se faz» estão todos os vídeos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Vê o do primeiro cartão antes de começares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como-se-faz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pedrohfernandes-klk.github.io/​pt/​como/​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M9-F01, Um convento, uma promessa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fim, o cartão extra: «Da promessa à pedra»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9-f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pedrohfernandes-klk.github.io/​pt/​m9/​licao-m9-f01/​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M9-F01, Um convento, uma promessa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9-f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pedrohfernandes-klk.github.io/​pt/​m9/​licao-m9-f01/​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M9-F01, Um convento, uma promessa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itens desmontaram o título: «Memorial» é texto de memória e monumento que lembra, e antecipa a recuperação de quem a história oficial esquece.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capítulo XXI, o medo de morrer sem ver Mafra sagrada leva D. João V a marcar a sagração para o dia dos seus anos, 22 de outubro de 1730.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mede os alicerces em metros e avisa que é a medida de hoje, o narrador mostra o seu tempo, o século XX, e adianta o futuro em prolepses.</a:t>
            </a:r>
            <a:endParaRPr lang="en-US" sz="2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M9-F01, Um convento, uma promessa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M9-F01 e o cartão extra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Espreita a lição seguinte, «Ver e não ver»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9-f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pedrohfernandes-klk.github.io/​pt/​m9/​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M9 · Sessão 01 · M9-F01 · Um convento, uma promessa</dc:title>
  <dc:subject>PptxGenJS Presentation</dc:subject>
  <dc:creator>EPI · Português</dc:creator>
  <cp:lastModifiedBy>EPI · Português</cp:lastModifiedBy>
  <cp:revision>1</cp:revision>
  <dcterms:created xsi:type="dcterms:W3CDTF">2026-10-10T20:31:14Z</dcterms:created>
  <dcterms:modified xsi:type="dcterms:W3CDTF">2026-10-10T20:31:14Z</dcterms:modified>
  <dc:description/>
</cp:coreProperties>
</file>