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e não ver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Blimunda vê o que está dentro das pessoas, mas só em jejum. Baltasar tem um gancho no lugar da mão. Juntos ajudam um padre a construir uma máquina de voar.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mafra-bibliote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do Palácio Nacional de Mafra (fotografia de Hipersyl, 2026). CC BY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textos leem-se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31673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voo da passarola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Saramago, Memorial do Convento (1982), capítulo XVI. Texto junto pelo docente; grafia da edição.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reencontro (último capítulo)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Saramago, Memorial do Convento (1982), último capítulo (excerto).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Baltasar Sete-Sóis tem um gancho no lugar da mão; Blimunda Sete-Luas vê o que está dentro das pessoas, mas só em jejum.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ajudam o padre Bartolomeu Lourenço a construir a passarola, e o romance opõe o ver verdadeiro (lucidez e compaixão) à cegueira do poder.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caracterizar as personagens com a página de cada prova, a ler o voo da passarola e o reencontro do último capítulo, e a comparar a passarola e o convento como projetos.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2952817"/>
                <a:gridCol w="1898240"/>
                <a:gridCol w="1898240"/>
                <a:gridCol w="1898240"/>
                <a:gridCol w="18982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TRAÇOS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RELAÇÕES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SÍMBOLO ASSOCIADO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CITAÇÃO CURTA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Baltasar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Blimunda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Padre Bartolomeu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João V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livro aberto: o voo e o reencontro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passagens para leres no livro antes das perguntas. O voo da passarola (nas edições da Caminho, pp. 196 e 197): a máquina sobe, o padre Bartolomeu Lourenço vê Lisboa e o mar lá de cima e diz a quem deve o voo.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reencontro (capítulo XXV, o último): Blimunda procura Baltasar durante nove anos e encontra-o em Lisboa, num auto de fé; chega em jejum.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romance tem direitos de autor: lê-se no livro ou na folha que o docente entrega.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 Biblioteca em Fogo»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pedrohfernandes-klk.github.io/​pt/​m9/​licao-m9-f02/​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Trabalhaste o trio da passarola: o engenho do padre Bartolomeu Lourenço, os olhos de Blimunda, que recolhem vontades em jejum, e a mão direita de Baltasar, que construiu.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passarola é um símbolo: representa o sonho, a liberdade e a ciência, enquanto o convento representa o poder, a vaidade régia e o sacrifício de milhares.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XXV, Blimunda chega a Lisboa em jejum, vê a vontade de Baltasar num auto de fé e chama-a: a vontade fica na terra, com ela.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M9-F02, Ver e não 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voz que conta»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02 · M9-F02 · Ver e não ver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