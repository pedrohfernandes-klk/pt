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anos numa resposta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último teste junta o Memorial a tudo o que leste desde o 1.º ano. Vais escolher as pontes antes de elas te escolherem a ti.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último teste junta o Memorial do Convento a um tema de um módulo dos três anos e à gramática, e esta lição prepara-o.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Escolhes duas pontes entre o romance e outras obras: o povo como protagonista, poder e crítica social, amor que desafia a ordem, sonho e realidade, a história contada de outra maneira.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um exemplo teu para cada conteúdo de gramática e com um comentário treinado de 150 a 200 palavras sobre quem faz a história e quem fica com o nome.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NOUTRA OBRA (MÓDULO)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povo como protagonista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Poder e crítica social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que desafia a ordem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Sonho e realidade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história contada de outra maneira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percorreram as cinco pontes do quadro: povo, poder, amor, sonho e história, do Memorial a Fernão Lopes, Vieira, Amor de Perdição, Pessoa e Os Lusíadas.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reconheceste o discurso indireto em «Blimunda disse que via o que estava dentro»: o narrador conta com «que» e muda os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comentário treinado parte da frase «quem faz a história não é quem fica com o nome»: os trabalhadores fazem, D. João V fica com o nome, e a literatura devolve os nomes.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o teu trabalho deste módulo deu memória?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07 · M9-F07 · Três anos numa resposta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