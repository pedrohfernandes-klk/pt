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anos numa resposta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último teste junta o </a:t>
            </a:r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Memorial</a:t>
            </a:r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tudo o que leste desde o 1.º ano. Vais escolher as pontes antes de elas te escolherem a ti.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sa-dos-bic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dos Bicos, Lisboa, sede da Fundação José Saramago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último teste junta 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 do Convento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um tema de um módulo dos três anos e à gramática, e esta lição prepara-o.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Escolhes duas pontes entre o romance e outras obras: o povo como protagonista, poder e crítica social, amor que desafia a ordem, sonho e realidade, a história contada de outra maneira.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com um exemplo teu para cada conteúdo de gramática e com um comentário treinado de 150 a 200 palavras sobre quem faz a história e quem fica com o nome.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</a:t>
                      </a:r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NOUTRA OBRA (MÓDULO)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povo como protagonista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Poder e crítica social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Amor que desafia a ordem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Sonho e realidade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história contada de outra maneira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«Quem fala aqui?»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percorreram as cinco pontes do quadro: povo, poder, amor, sonho e história,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Fernão Lopes, Vieira,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Pessoa 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reconheceste o discurso indireto em «Blimunda disse que via o que estava dentro»: o narrador conta com «que» e muda os tempos.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comentário treinado parte da frase «quem faz a história não é quem fica com o nome»: os trabalhadores fazem, D. João V fica com o nome, e a literatura devolve os nomes.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«MEMÓRIA»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o teu trabalho deste módulo deu memória?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07 · M9-F07 · Três anos numa resposta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