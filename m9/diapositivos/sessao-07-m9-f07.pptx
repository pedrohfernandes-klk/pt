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9, LIÇÃO M9-F07,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anos numa resposta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último teste junta o 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Memorial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tudo o que leste desde o 1.º ano. Vais escolher as pontes antes de elas te escolherem a ti.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asa-dos-bic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dos Bicos, Lisboa, sede da Fundação José Saramago (fotografia de Ingo Mehling, 2022).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uma obra: de quem a manda fazer ou de quem a faz?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último teste junta 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Memorial do Convento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um tema de um módulo dos três anos e à gramática, e esta lição prepara-o.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Escolhes duas pontes entre o romance e outras obras: o povo como protagonista, poder e crítica social, amor que desafia a ordem, sonho e realidade, a história contada de outra maneira.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com um exemplo teu para cada conteúdo de gramática e com um comentário treinado de 150 a 200 palavras sobre quem faz a história e quem fica com o nome.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NOUTRA OBRA (MÓDULO)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povo como protagonista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Poder e crítica social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Amor que desafia a ordem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Sonho e realidade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história contada de outra maneira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«Quem fala aqui?»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pedrohfernandes-klk.github.io/​pt/​m9/​licao-m9-f07/​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pedrohfernandes-klk.github.io/​pt/​m9/​licao-m9-f07/​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itens percorreram as cinco pontes do quadro: povo, poder, amor, sonho e história, do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Memorial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Fernão Lopes, Vieira,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Pessoa 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gramática, reconheceste o discurso indireto em «Blimunda disse que via o que estava dentro»: o narrador conta com «que» e muda os tempos.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comentário treinado parte da frase «quem faz a história não é quem fica com o nome»: os trabalhadores fazem, D. João V fica com o nome, e a literatura devolve os nomes.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«MEMÓRIA»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é que o teu trabalho deste módulo deu memória?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M9-F07, Três anos numa resposta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M9-F07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9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Sessão 07 · M9-F07 · Três anos numa resposta</dc:title>
  <dc:subject>PptxGenJS Presentation</dc:subject>
  <dc:creator>EPI · Português</dc:creator>
  <cp:lastModifiedBy>EPI · Português</cp:lastModifiedBy>
  <cp:revision>1</cp:revision>
  <dcterms:created xsi:type="dcterms:W3CDTF">2026-10-11T06:20:59Z</dcterms:created>
  <dcterms:modified xsi:type="dcterms:W3CDTF">2026-10-11T06:20:59Z</dcterms:modified>
  <dc:description/>
</cp:coreProperties>
</file>