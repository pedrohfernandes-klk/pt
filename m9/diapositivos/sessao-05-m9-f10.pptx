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9, LIÇÃO M9-F10, UNIDADE 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quem é uma obra?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rei mandou fazer, milhares fizeram. Vais defender um dos lados em voz alta, e pode calhar-te o lado de que discordas.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saramago-20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Saramago em 2005 (fotografia de Mario Antonio Pena). CC BY-SA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quem é uma obra: de quem a manda fazer ou de quem a faz?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debate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uma discussão com regras. Há uma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moção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que é a frase que se discute; duas equipas, uma a favor e outra contra; e um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moderador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que dá a palavra e conta o tempo. Cada equipa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(diz a posição),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(dá razões com prova),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(responde ao que a outra disse) 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ganha quem fala mais alto: ganha quem prova melhor e ouve melhor.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debate é uma discussão com regras: uma moção, duas equipas sorteadas, a favor e contra, e um moderador que dá a palavra e conta o tempo.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moção é «O convento de Mafra é obra de quem o mandou fazer», e cada equipa abre, argumenta com provas do romance, refuta e fecha.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preparar os dois lados, a registar o melhor argumento alheio e a escrever um texto de opinião de 200 a 250 palavras que lhe responda.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3691021"/>
                <a:gridCol w="2284918"/>
                <a:gridCol w="2284918"/>
                <a:gridCol w="228491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ARGUMENTO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PROVA DO ROMANCE (P.)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O OUTRO LADO RESPONDE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favor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favor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posição que se defende.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Argumento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uma razão, com prova.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Contra-argumento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razão de quem discorda.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Refutação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resposta a essa razão.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Conectores que ajudam: «porque», «no entanto», «ainda que», «portanto».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«Da promessa à pedra»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pedrohfernandes-klk.github.io/​pt/​m9/​licao-m9-f10/​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9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pedrohfernandes-klk.github.io/​pt/​m9/​licao-m9-f10/​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itens puseram o debate a tempo: um minuto para abrir, dois para argumentar, dois para refutar e um para fechar, com um fecho que resume sem matéria nova.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favor, a prova é o rei a marcar a sagração para o dia dos seus anos (cap. XXI); contra, a viagem da grande pedra e os nomes ditos um a um.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Distingues facto, inferência, interpretação e opinião, e levas um contra-argumento e a sua refutação para o texto de opinião de 200 a 250 palavras.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M9-F10, De quem é uma obra?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M9-F10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«Os que carregaram a pedra»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9-f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pedrohfernandes-klk.github.io/​pt/​m9/​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M9 · Sessão 05 · M9-F10 · De quem é uma obra?</dc:title>
  <dc:subject>PptxGenJS Presentation</dc:subject>
  <dc:creator>EPI · Português</dc:creator>
  <cp:lastModifiedBy>EPI · Português</cp:lastModifiedBy>
  <cp:revision>1</cp:revision>
  <dcterms:created xsi:type="dcterms:W3CDTF">2026-10-11T03:02:54Z</dcterms:created>
  <dcterms:modified xsi:type="dcterms:W3CDTF">2026-10-11T03:02:54Z</dcterms:modified>
  <dc:description/>
</cp:coreProperties>
</file>