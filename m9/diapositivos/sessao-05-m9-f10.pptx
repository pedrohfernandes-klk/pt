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M9-F10,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quem é uma obra?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rei mandou fazer, milhares fizeram. Vais defender um dos lados em voz alta, e pode calhar-te o lado de que discordas.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saramago-20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 em 2005 (fotografia de Mario Antonio Pena).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debate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debate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uma discussão com regras. Há uma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moção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que é a frase que se discute; duas equipas, uma a favor e outra contra; e um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moderador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que dá a palavra e conta o tempo. Cada equipa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(diz a posição),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(dá razões com prova),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refuta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(responde ao que a outra disse)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fecha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ganha quem fala mais alto: ganha quem prova melhor e ouve melhor.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debate é uma discussão com regras: uma moção, duas equipas sorteadas, a favor e contra, e um moderador que dá a palavra e conta o tempo.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moção é «O convento de Mafra é obra de quem o mandou fazer», e cada equipa abre, argumenta com provas do romance, refuta e fecha.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preparar os dois lados, a registar o melhor argumento alheio e a escrever um texto de opinião de 200 a 250 palavras que lhe responda.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ARGUMENTO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PROVA DO ROMANCE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OUTRO LADO RESPONDE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posição que se defende.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razão, com prova.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Contra-argumento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razão de quem discorda.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Refutação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resposta a essa razão.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Conectores que ajudam: «porque», «no entanto», «ainda que», «portanto».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«Da promessa à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pedrohfernandes-klk.github.io/​pt/​m9/​licao-m9-f10/​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puseram o debate a tempo: um minuto para abrir, dois para argumentar, dois para refutar e um para fechar, com um fecho que resume sem matéria nova.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favor, a prova é o rei a marcar a sagração para o dia dos seus anos (cap. XXI); contra, a viagem da grande pedra e os nomes ditos um a um.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facto, inferência, interpretação e opinião, e levas um contra-argumento e a sua refutação para o texto de opinião de 200 a 250 palavras.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que carregaram a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05 · M9-F10 · De quem é uma obra?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