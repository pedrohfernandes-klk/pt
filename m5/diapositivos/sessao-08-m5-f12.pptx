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M5-F12,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voz que se infiltra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frases em que já não se sabe quem fala: se o narrador, se a personagem. Eça faz isso de propósito — e é aí que está a ironia.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praca-dos-remolares-186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Praça dos Remolares, Lisboa, gravura do Archivo Pittoresco (Francisco Augusto Nogueira da Silva, 1860).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Falha-se a vida, ou deixa-se falhar?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aca-dos-remolares-186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TRÊS PASSAGENS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Então Ega perguntou, do fundo do sofá onde se enterrára, se, n'esses ultimos annos, elle não tivera a idéa, o vago desejo de voltar para Portugal... Carlos considerou Ega com espanto. Para que? Para arrastar os passos tristes desde o Gremio até á Casa Havaneza? Não! Paris era o unico logar da terra congenere com o typo definitivo em que elle se fixára […]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naturalismo, com as suas alluviões de obscenidade, ameaçava corromper o pudor social? Pois bem. Elle, Alencar, seria o paladino da Moral, o gendarme dos bons costumes.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Ega mostrou-se impressionado. Olha que brincadeira, hein! E todos escutavam o Cohen.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lição de gramática trata três modos de relatar o que se diz, com passagens de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discurso direto, discurso indireto e discurso indireto livre.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indireto livre, a voz da personagem entra na do narrador, sem verbo declarativo nem travessão, mantendo exclamações e interrogações na terceira pessoa e no imperfeito.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reconhecer de quem é a voz em «Olha que brincadeira, hein!», a reescrever em direto e indireto e a ligar o indireto livre à ironia de Eça.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PASSAGEM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QUEM É A VOZ?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[1] «Então Ega perguntou…»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[2] «O naturalismo, com as suas alluviões…»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 «Ega mostrou-se impressionado…»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modos de relatar o que se diz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Direto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reproduz as palavras, com travessão ou aspas («— Não!»).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Indireto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 narrador relata, com verbo declarativo e subordinação («Carlos disse que não»); mudam pessoas, tempos e deíticos.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Indireto livre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voz da personagem entra na do narrador, sem verbo declarativo nem travessão, mantendo exclamações, interrogações e expressões da personagem, na 3.ª pessoa e no imperfeito.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pedrohfernandes-klk.github.io/​pt/​m5/​licao-m5-f12/​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pedrohfernandes-klk.github.io/​pt/​m5/​licao-m5-f12/​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passar a fala de Carlos a indireto, escolhes um verbo declarativo, subordinas com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tiras as exclamações e as interrogações.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indireto livre mantém-nas, na 3.ª pessoa, e reconhece-se por isso, como «Para que? […] Não!» de Carlos ou «Olha que brincadeira, hein!» de Ega.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aí que Eça ganha a ironia: está dentro de Alencar quando ele se vê «paladino da Moral» e ri-se dele ao mesmo tempo.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M5-F12, A voz que se infiltra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M5-F12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«Do livro ao ecrã»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08 · M5-F12 · A voz que se infiltra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