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d7f9022b4c8403f" /><Relationship Type="http://schemas.openxmlformats.org/officeDocument/2006/relationships/extended-properties" Target="/docProps/app.xml" Id="Rb511e47ce49740c6" /><Relationship Type="http://schemas.openxmlformats.org/officeDocument/2006/relationships/officeDocument" Target="/ppt/presentation.xml" Id="R19e512e114c84c2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8e629c85999477b"/>
  </p:sldMasterIdLst>
  <p:notesMasterIdLst>
    <p:notesMasterId xmlns:r="http://schemas.openxmlformats.org/officeDocument/2006/relationships" r:id="Rce4e26013b0147c2"/>
  </p:notesMasterIdLst>
  <p:sldIdLst>
    <p:sldId xmlns:r="http://schemas.openxmlformats.org/officeDocument/2006/relationships" id="256" r:id="R630b97738e2c418f"/>
    <p:sldId xmlns:r="http://schemas.openxmlformats.org/officeDocument/2006/relationships" id="257" r:id="Rd7711819c71945a5"/>
    <p:sldId xmlns:r="http://schemas.openxmlformats.org/officeDocument/2006/relationships" id="258" r:id="R44718931ba84481d"/>
    <p:sldId xmlns:r="http://schemas.openxmlformats.org/officeDocument/2006/relationships" id="259" r:id="R7225633198654672"/>
    <p:sldId xmlns:r="http://schemas.openxmlformats.org/officeDocument/2006/relationships" id="260" r:id="R9df9f243d9514786"/>
    <p:sldId xmlns:r="http://schemas.openxmlformats.org/officeDocument/2006/relationships" id="261" r:id="R9fc0c960503544b3"/>
    <p:sldId xmlns:r="http://schemas.openxmlformats.org/officeDocument/2006/relationships" id="262" r:id="R93abaa19bb3040d1"/>
    <p:sldId xmlns:r="http://schemas.openxmlformats.org/officeDocument/2006/relationships" id="263" r:id="R81c1b8c5744b4fdd"/>
    <p:sldId xmlns:r="http://schemas.openxmlformats.org/officeDocument/2006/relationships" id="264" r:id="R2bbc564adeb94557"/>
    <p:sldId xmlns:r="http://schemas.openxmlformats.org/officeDocument/2006/relationships" id="265" r:id="Raaebb8f82c3a46a1"/>
    <p:sldId xmlns:r="http://schemas.openxmlformats.org/officeDocument/2006/relationships" id="266" r:id="R3fa0782b34dc4ad7"/>
    <p:sldId xmlns:r="http://schemas.openxmlformats.org/officeDocument/2006/relationships" id="267" r:id="R7f15784026804fec"/>
    <p:sldId xmlns:r="http://schemas.openxmlformats.org/officeDocument/2006/relationships" id="268" r:id="R28edde375a394338"/>
  </p:sldIdLst>
  <p:sldSz cx="12192000" cy="6858000"/>
  <p:notesSz cx="6858000" cy="9144000"/>
  <p:defaultTextStyle>
    <a:lvl1pPr xmlns:a="http://schemas.openxmlformats.org/drawingml/2006/main" marL="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xmlns:a="http://schemas.openxmlformats.org/drawingml/2006/main" marL="457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xmlns:a="http://schemas.openxmlformats.org/drawingml/2006/main" marL="914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xmlns:a="http://schemas.openxmlformats.org/drawingml/2006/main" marL="1371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xmlns:a="http://schemas.openxmlformats.org/drawingml/2006/main" marL="18288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xmlns:a="http://schemas.openxmlformats.org/drawingml/2006/main" marL="22860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xmlns:a="http://schemas.openxmlformats.org/drawingml/2006/main" marL="2743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xmlns:a="http://schemas.openxmlformats.org/drawingml/2006/main" marL="3200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xmlns:a="http://schemas.openxmlformats.org/drawingml/2006/main" marL="3657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caa7d25058a481f" /><Relationship Type="http://schemas.openxmlformats.org/officeDocument/2006/relationships/slideMaster" Target="/ppt/slideMasters/slideMaster1.xml" Id="Re8e629c85999477b" /><Relationship Type="http://schemas.openxmlformats.org/officeDocument/2006/relationships/notesMaster" Target="/ppt/notesMasters/notesMaster1.xml" Id="Rce4e26013b0147c2" /><Relationship Type="http://schemas.openxmlformats.org/officeDocument/2006/relationships/presProps" Target="/ppt/presProps.xml" Id="Rba876f422b4e44b2" /><Relationship Type="http://schemas.openxmlformats.org/officeDocument/2006/relationships/viewProps" Target="/ppt/viewProps.xml" Id="R138f3c22e4884fff" /><Relationship Type="http://schemas.openxmlformats.org/officeDocument/2006/relationships/tableStyles" Target="/ppt/tableStyles.xml" Id="R97d314eca3e244c2" /><Relationship Type="http://schemas.openxmlformats.org/officeDocument/2006/relationships/slide" Target="/ppt/slides/slide1.xml" Id="R630b97738e2c418f" /><Relationship Type="http://schemas.openxmlformats.org/officeDocument/2006/relationships/slide" Target="/ppt/slides/slide2.xml" Id="Rd7711819c71945a5" /><Relationship Type="http://schemas.openxmlformats.org/officeDocument/2006/relationships/slide" Target="/ppt/slides/slide3.xml" Id="R44718931ba84481d" /><Relationship Type="http://schemas.openxmlformats.org/officeDocument/2006/relationships/slide" Target="/ppt/slides/slide4.xml" Id="R7225633198654672" /><Relationship Type="http://schemas.openxmlformats.org/officeDocument/2006/relationships/slide" Target="/ppt/slides/slide5.xml" Id="R9df9f243d9514786" /><Relationship Type="http://schemas.openxmlformats.org/officeDocument/2006/relationships/slide" Target="/ppt/slides/slide6.xml" Id="R9fc0c960503544b3" /><Relationship Type="http://schemas.openxmlformats.org/officeDocument/2006/relationships/slide" Target="/ppt/slides/slide7.xml" Id="R93abaa19bb3040d1" /><Relationship Type="http://schemas.openxmlformats.org/officeDocument/2006/relationships/slide" Target="/ppt/slides/slide8.xml" Id="R81c1b8c5744b4fdd" /><Relationship Type="http://schemas.openxmlformats.org/officeDocument/2006/relationships/slide" Target="/ppt/slides/slide9.xml" Id="R2bbc564adeb94557" /><Relationship Type="http://schemas.openxmlformats.org/officeDocument/2006/relationships/slide" Target="/ppt/slides/slide10.xml" Id="Raaebb8f82c3a46a1" /><Relationship Type="http://schemas.openxmlformats.org/officeDocument/2006/relationships/slide" Target="/ppt/slides/slide11.xml" Id="R3fa0782b34dc4ad7" /><Relationship Type="http://schemas.openxmlformats.org/officeDocument/2006/relationships/slide" Target="/ppt/slides/slide12.xml" Id="R7f15784026804fec" /><Relationship Type="http://schemas.openxmlformats.org/officeDocument/2006/relationships/slide" Target="/ppt/slides/slide13.xml" Id="R28edde375a39433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4f924a2e07e400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2edf6ca223447f7" /><Relationship Type="http://schemas.openxmlformats.org/officeDocument/2006/relationships/notesMaster" Target="/ppt/notesMasters/notesMaster1.xml" Id="Rbabcfd52cbb34a6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8581400665041e7" /><Relationship Type="http://schemas.openxmlformats.org/officeDocument/2006/relationships/notesMaster" Target="/ppt/notesMasters/notesMaster1.xml" Id="R749403d3e4834c7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49d0509ae5b42e3" /><Relationship Type="http://schemas.openxmlformats.org/officeDocument/2006/relationships/notesMaster" Target="/ppt/notesMasters/notesMaster1.xml" Id="R96d370a7c76d4ac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db7ec46b1b1491b" /><Relationship Type="http://schemas.openxmlformats.org/officeDocument/2006/relationships/notesMaster" Target="/ppt/notesMasters/notesMaster1.xml" Id="Rbe7120add411415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867e61e0fd54920" /><Relationship Type="http://schemas.openxmlformats.org/officeDocument/2006/relationships/notesMaster" Target="/ppt/notesMasters/notesMaster1.xml" Id="R36740de920f7445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ab9920d8ef2496d" /><Relationship Type="http://schemas.openxmlformats.org/officeDocument/2006/relationships/notesMaster" Target="/ppt/notesMasters/notesMaster1.xml" Id="R3e160f0c45cd45a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74a16ec1302435a" /><Relationship Type="http://schemas.openxmlformats.org/officeDocument/2006/relationships/notesMaster" Target="/ppt/notesMasters/notesMaster1.xml" Id="R0869d2d023d94d5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de001c01900492b" /><Relationship Type="http://schemas.openxmlformats.org/officeDocument/2006/relationships/notesMaster" Target="/ppt/notesMasters/notesMaster1.xml" Id="R2b15214b02a3430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581d92425b842f0" /><Relationship Type="http://schemas.openxmlformats.org/officeDocument/2006/relationships/notesMaster" Target="/ppt/notesMasters/notesMaster1.xml" Id="R999875eba328496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66512b27b77347a2" /><Relationship Type="http://schemas.openxmlformats.org/officeDocument/2006/relationships/notesMaster" Target="/ppt/notesMasters/notesMaster1.xml" Id="Ra688529bc77d4afb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451aae6da6d6422b" /><Relationship Type="http://schemas.openxmlformats.org/officeDocument/2006/relationships/notesMaster" Target="/ppt/notesMasters/notesMaster1.xml" Id="Rc201859f477c4ff7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db9f047588e849dc" /><Relationship Type="http://schemas.openxmlformats.org/officeDocument/2006/relationships/notesMaster" Target="/ppt/notesMasters/notesMaster1.xml" Id="R89b609118b734e65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87b6c52bae0c40f8" /><Relationship Type="http://schemas.openxmlformats.org/officeDocument/2006/relationships/notesMaster" Target="/ppt/notesMasters/notesMaster1.xml" Id="R8db8e402d28d441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Modelo inventado, alinhado com a ficha de gramática. As duas versões ilustram contextos diferentes, não uma substituição obrigatória de tempos e deíticos.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Exemplos inventados e uma correção possível. Retoma o contexto antes de discutir alternativas. Não avaliar apenas por uma lista de substituições ou pela presença de exclamações. Fonte literária das passagens preservadas: Eça de Queirós, Os Maias, Project Gutenberg 40409, https://www.gutenberg.org/ebooks/40409 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c333470229747c2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f43c34fda904dc5" /><Relationship Type="http://schemas.openxmlformats.org/officeDocument/2006/relationships/slideLayout" Target="/ppt/slideLayouts/slideLayout1.xml" Id="R065397c93db04dc8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65397c93db04dc8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009da67cd0a42dd" /><Relationship Type="http://schemas.openxmlformats.org/officeDocument/2006/relationships/image" Target="/ppt/media/image.jpeg" Id="R8ec573ae8af34d77" /><Relationship Type="http://schemas.openxmlformats.org/officeDocument/2006/relationships/notesSlide" Target="/ppt/notesSlides/notesSlide1.xml" Id="R60adf7fb0917489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f892fe3c2164155" /><Relationship Type="http://schemas.openxmlformats.org/officeDocument/2006/relationships/notesSlide" Target="/ppt/notesSlides/notesSlide2.xml" Id="R9d14ec2a5bf8432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c670cc91334542" /><Relationship Type="http://schemas.openxmlformats.org/officeDocument/2006/relationships/image" Target="/ppt/media/image2.jpeg" Id="Rcbe28ea5e3f34a8b" /><Relationship Type="http://schemas.openxmlformats.org/officeDocument/2006/relationships/notesSlide" Target="/ppt/notesSlides/notesSlide3.xml" Id="R1e4342770e2542f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8db54b79ec948e5" /><Relationship Type="http://schemas.openxmlformats.org/officeDocument/2006/relationships/notesSlide" Target="/ppt/notesSlides/notesSlide4.xml" Id="R1e23a49a94e54c4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61eff1d9ac345c6" /><Relationship Type="http://schemas.openxmlformats.org/officeDocument/2006/relationships/notesSlide" Target="/ppt/notesSlides/notesSlide5.xml" Id="R8a3100a33273448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0bb827ef764e4d" /><Relationship Type="http://schemas.openxmlformats.org/officeDocument/2006/relationships/notesSlide" Target="/ppt/notesSlides/notesSlide6.xml" Id="R6a1d5017766f4ec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82ca075ddf4d8e" /><Relationship Type="http://schemas.openxmlformats.org/officeDocument/2006/relationships/notesSlide" Target="/ppt/notesSlides/notesSlide7.xml" Id="R528bcc06aea1453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7dbd9c70e9148be" /><Relationship Type="http://schemas.openxmlformats.org/officeDocument/2006/relationships/notesSlide" Target="/ppt/notesSlides/notesSlide8.xml" Id="R8c63a54ec9684d1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756216d71d54b07" /><Relationship Type="http://schemas.openxmlformats.org/officeDocument/2006/relationships/notesSlide" Target="/ppt/notesSlides/notesSlide9.xml" Id="Re92e6790987b422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cac560c50045b2" /><Relationship Type="http://schemas.openxmlformats.org/officeDocument/2006/relationships/image" Target="/ppt/media/image.png" Id="R2024563a79ac476f" /><Relationship Type="http://schemas.openxmlformats.org/officeDocument/2006/relationships/hyperlink" Target="https://pedrohfernandes-klk.github.io/pt/m5/licao-m5-f12/" TargetMode="External" Id="R473ddd35acb04a54" /><Relationship Type="http://schemas.openxmlformats.org/officeDocument/2006/relationships/notesSlide" Target="/ppt/notesSlides/notesSlide10.xml" Id="R4c61a9fa304a481a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e64a710b491465b" /><Relationship Type="http://schemas.openxmlformats.org/officeDocument/2006/relationships/image" Target="/ppt/media/image2.png" Id="R2c91e3cb168540e2" /><Relationship Type="http://schemas.openxmlformats.org/officeDocument/2006/relationships/hyperlink" Target="https://pedrohfernandes-klk.github.io/pt/m5/licao-m5-f12/" TargetMode="External" Id="R1319186b310a453e" /><Relationship Type="http://schemas.openxmlformats.org/officeDocument/2006/relationships/notesSlide" Target="/ppt/notesSlides/notesSlide11.xml" Id="Rcee036ed8b244cc8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2c5bbcd783748b4" /><Relationship Type="http://schemas.openxmlformats.org/officeDocument/2006/relationships/notesSlide" Target="/ppt/notesSlides/notesSlide12.xml" Id="Re4523fde5fa746e3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ceb68efc622419b" /><Relationship Type="http://schemas.openxmlformats.org/officeDocument/2006/relationships/image" Target="/ppt/media/image3.png" Id="Rf9214845ce4540d7" /><Relationship Type="http://schemas.openxmlformats.org/officeDocument/2006/relationships/hyperlink" Target="https://pedrohfernandes-klk.github.io/pt/m5/" TargetMode="External" Id="R7d0f4b52a8874d5b" /><Relationship Type="http://schemas.openxmlformats.org/officeDocument/2006/relationships/notesSlide" Target="/ppt/notesSlides/notesSlide13.xml" Id="R7f115b430931468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1111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ext 0">
            <a:extLst xmlns:a="http://schemas.openxmlformats.org/drawingml/2006/main">
              <a:ext uri="{FF2B5EF4-FFF2-40B4-BE49-F238E27FC236}">
                <a16:creationId xmlns:a16="http://schemas.microsoft.com/office/drawing/2014/main" id="{EEFBA49D-7682-4383-8EBE-848D33EDA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37215" y="384048"/>
            <a:ext cx="7315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200" b="1" spc="300">
                <a:solidFill>
                  <a:srgbClr val="A9A79F"/>
                </a:solidFill>
                <a:latin typeface="Arial"/>
                <a:ea typeface="Arial"/>
                <a:cs typeface="Arial"/>
              </a:rPr>
              <a:t>EPI</a:t>
            </a:r>
            <a:endParaRPr sz="1200"/>
          </a:p>
        </p:txBody>
      </p:sp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D6631500-49AD-4578-84A6-3FE84B833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6400800"/>
            <a:ext cx="9631375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A9A79F"/>
                </a:solidFill>
                <a:latin typeface="Arial"/>
                <a:ea typeface="Arial"/>
                <a:cs typeface="Arial"/>
              </a:rPr>
              <a:t>Lição M5-F12, A voz que se infiltra</a:t>
            </a:r>
            <a:endParaRPr sz="1000"/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B9611322-69AC-4E6D-A3FC-E361A6F57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37215" y="6400800"/>
            <a:ext cx="7315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A9A79F"/>
                </a:solidFill>
                <a:latin typeface="Arial"/>
                <a:ea typeface="Arial"/>
                <a:cs typeface="Arial"/>
              </a:rPr>
              <a:t>1</a:t>
            </a:r>
            <a:endParaRPr sz="1000"/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F9386662-B28A-4627-AF76-2C741AB69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57200"/>
            <a:ext cx="9814255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250">
                <a:solidFill>
                  <a:srgbClr val="A9A79F"/>
                </a:solidFill>
                <a:latin typeface="Arial"/>
                <a:ea typeface="Arial"/>
                <a:cs typeface="Arial"/>
              </a:rPr>
              <a:t>PORTUGUÊS, 2.º ANO, MÓDULO 5, LIÇÃO M5-F12, UNIDADE 2</a:t>
            </a:r>
            <a:endParaRPr sz="1100"/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DA9283F9-2535-4C32-A6AF-145C5442E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685800"/>
            <a:ext cx="5212080" cy="1920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b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0">
                <a:solidFill>
                  <a:srgbClr val="F2F0EA"/>
                </a:solidFill>
                <a:latin typeface="Arial"/>
                <a:ea typeface="Arial"/>
                <a:cs typeface="Arial"/>
              </a:rPr>
              <a:t>8</a:t>
            </a:r>
            <a:endParaRPr sz="15000"/>
          </a:p>
        </p:txBody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020EA0C4-EEA4-4565-8F8D-E4314E318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697480"/>
            <a:ext cx="5212080" cy="1280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b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4000">
                <a:solidFill>
                  <a:srgbClr val="F2F0EA"/>
                </a:solidFill>
                <a:latin typeface="Arial"/>
                <a:ea typeface="Arial"/>
                <a:cs typeface="Arial"/>
              </a:rPr>
              <a:t>A voz que se infiltra</a:t>
            </a:r>
            <a:endParaRPr sz="4000"/>
          </a:p>
        </p:txBody>
      </p:sp>
      <p:sp>
        <p:nvSpPr>
          <p:cNvPr id="9" name="Shape 6">
            <a:extLst xmlns:a="http://schemas.openxmlformats.org/drawingml/2006/main">
              <a:ext uri="{FF2B5EF4-FFF2-40B4-BE49-F238E27FC236}">
                <a16:creationId xmlns:a16="http://schemas.microsoft.com/office/drawing/2014/main" id="{1AA1B36A-82A5-4474-A2E4-0E89AB731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069080"/>
            <a:ext cx="640080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555C"/>
          </a:solidFill>
          <a:ln xmlns:a="http://schemas.openxmlformats.org/drawingml/2006/main" w="12700">
            <a:solidFill>
              <a:srgbClr val="E4555C"/>
            </a:solidFill>
            <a:prstDash val="solid"/>
          </a:ln>
        </p:spPr>
      </p:sp>
      <p:sp>
        <p:nvSpPr>
          <p:cNvPr id="10" name="Shape 7">
            <a:extLst xmlns:a="http://schemas.openxmlformats.org/drawingml/2006/main">
              <a:ext uri="{FF2B5EF4-FFF2-40B4-BE49-F238E27FC236}">
                <a16:creationId xmlns:a16="http://schemas.microsoft.com/office/drawing/2014/main" id="{1995FFCF-12BE-4ED0-9BB1-A4A6E265E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6089904"/>
            <a:ext cx="182880" cy="182880"/>
          </a:xfrm>
          <a:prstGeom xmlns:a="http://schemas.openxmlformats.org/drawingml/2006/main" prst="ellipse">
            <a:avLst/>
          </a:prstGeom>
          <a:ln xmlns:a="http://schemas.openxmlformats.org/drawingml/2006/main" w="19050">
            <a:solidFill>
              <a:srgbClr val="F2F0EA"/>
            </a:solidFill>
            <a:prstDash val="solid"/>
          </a:ln>
        </p:spPr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26A0C2FF-0101-4FBD-8F07-A92E08651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144" y="6089904"/>
            <a:ext cx="182880" cy="182880"/>
          </a:xfrm>
          <a:prstGeom xmlns:a="http://schemas.openxmlformats.org/drawingml/2006/main" prst="rect">
            <a:avLst/>
          </a:prstGeom>
          <a:ln xmlns:a="http://schemas.openxmlformats.org/drawingml/2006/main" w="19050">
            <a:solidFill>
              <a:srgbClr val="F2F0EA"/>
            </a:solidFill>
            <a:prstDash val="solid"/>
          </a:ln>
        </p:spPr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D836A015-4239-42DE-B239-D00A66A1C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6089904"/>
            <a:ext cx="182880" cy="182880"/>
          </a:xfrm>
          <a:prstGeom xmlns:a="http://schemas.openxmlformats.org/drawingml/2006/main" prst="triangle">
            <a:avLst/>
          </a:prstGeom>
          <a:ln xmlns:a="http://schemas.openxmlformats.org/drawingml/2006/main" w="19050">
            <a:solidFill>
              <a:srgbClr val="F2F0EA"/>
            </a:solidFill>
            <a:prstDash val="solid"/>
          </a:ln>
        </p:spPr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9BDEF3A0-8CEB-42E1-9AD7-276A05EF5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4520" y="6062472"/>
            <a:ext cx="27432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A9A79F"/>
                </a:solidFill>
                <a:latin typeface="Arial"/>
                <a:ea typeface="Arial"/>
                <a:cs typeface="Arial"/>
              </a:rPr>
              <a:t>lê, faz, leva</a:t>
            </a:r>
            <a:endParaRPr sz="1100"/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D6E91BC4-DEAD-43C0-AB03-B328069DF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297680"/>
            <a:ext cx="5212080" cy="1600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>
              <a:lnSpc>
                <a:spcPct val="115000"/>
              </a:lnSpc>
              <a:buNone/>
            </a:pPr>
            <a:r>
              <a:rPr sz="1800" i="1">
                <a:solidFill>
                  <a:srgbClr val="F2F0EA"/>
                </a:solidFill>
                <a:latin typeface="Georgia"/>
                <a:ea typeface="Georgia"/>
                <a:cs typeface="Georgia"/>
              </a:rPr>
              <a:t>Há frases em que já não se sabe quem fala: se o narrador, se a personagem. Eça faz isso de propósito — e é aí que está a ironia.</a:t>
            </a:r>
            <a:endParaRPr sz="1800"/>
          </a:p>
        </p:txBody>
      </p:sp>
      <p:pic>
        <p:nvPicPr>
          <p:cNvPr id="15" name="Image 0">
            <a:extLst xmlns:a="http://schemas.openxmlformats.org/drawingml/2006/main">
              <a:ext uri="{FF2B5EF4-FFF2-40B4-BE49-F238E27FC236}">
                <a16:creationId xmlns:a16="http://schemas.microsoft.com/office/drawing/2014/main" id="{B096CDB3-1CD0-4C4B-9449-320E7CC8FF7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ec573ae8af34d77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613855" y="914400"/>
            <a:ext cx="4754880" cy="4572000"/>
          </a:xfrm>
          <a:prstGeom xmlns:a="http://schemas.openxmlformats.org/drawingml/2006/main" prst="rect">
            <a:avLst/>
          </a:prstGeom>
        </p:spPr>
      </p:pic>
      <p:sp>
        <p:nvSpPr>
          <p:cNvPr id="16" name="Shape 12">
            <a:extLst xmlns:a="http://schemas.openxmlformats.org/drawingml/2006/main">
              <a:ext uri="{FF2B5EF4-FFF2-40B4-BE49-F238E27FC236}">
                <a16:creationId xmlns:a16="http://schemas.microsoft.com/office/drawing/2014/main" id="{287F6F23-5409-4DCD-BB2D-F1C58330B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3855" y="914400"/>
            <a:ext cx="4754880" cy="4572000"/>
          </a:xfrm>
          <a:prstGeom xmlns:a="http://schemas.openxmlformats.org/drawingml/2006/main" prst="rect">
            <a:avLst/>
          </a:prstGeom>
          <a:ln xmlns:a="http://schemas.openxmlformats.org/drawingml/2006/main" w="12700">
            <a:solidFill>
              <a:srgbClr val="F2F0EA"/>
            </a:solidFill>
            <a:prstDash val="solid"/>
          </a:ln>
        </p:spPr>
      </p:sp>
      <p:sp>
        <p:nvSpPr>
          <p:cNvPr id="17" name="Text 13">
            <a:extLst xmlns:a="http://schemas.openxmlformats.org/drawingml/2006/main">
              <a:ext uri="{FF2B5EF4-FFF2-40B4-BE49-F238E27FC236}">
                <a16:creationId xmlns:a16="http://schemas.microsoft.com/office/drawing/2014/main" id="{0D89AF46-252D-4F22-A223-0E965A028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3855" y="5577840"/>
            <a:ext cx="47548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A9A79F"/>
                </a:solidFill>
                <a:latin typeface="Arial"/>
                <a:ea typeface="Arial"/>
                <a:cs typeface="Arial"/>
              </a:rPr>
              <a:t>Praça dos Remolares, Lisboa, gravura do Archivo Pittoresco (Francisco Augusto Nogueira da Silva, 1860). Domínio público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64201436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11111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ext 0">
            <a:extLst xmlns:a="http://schemas.openxmlformats.org/drawingml/2006/main">
              <a:ext uri="{FF2B5EF4-FFF2-40B4-BE49-F238E27FC236}">
                <a16:creationId xmlns:a16="http://schemas.microsoft.com/office/drawing/2014/main" id="{B14C7CA5-AC95-4253-9D6B-2E2F414D2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37215" y="384048"/>
            <a:ext cx="7315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200" b="1" spc="300">
                <a:solidFill>
                  <a:srgbClr val="A9A79F"/>
                </a:solidFill>
                <a:latin typeface="Arial"/>
                <a:ea typeface="Arial"/>
                <a:cs typeface="Arial"/>
              </a:rPr>
              <a:t>EPI</a:t>
            </a:r>
            <a:endParaRPr sz="1200"/>
          </a:p>
        </p:txBody>
      </p:sp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5D6E2195-6BBA-4629-A362-C6FE65341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6400800"/>
            <a:ext cx="9631375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A9A79F"/>
                </a:solidFill>
                <a:latin typeface="Arial"/>
                <a:ea typeface="Arial"/>
                <a:cs typeface="Arial"/>
              </a:rPr>
              <a:t>Lição M5-F12, A voz que se infiltra</a:t>
            </a:r>
            <a:endParaRPr sz="1000"/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9F5A0726-D925-4D2C-A009-6D9E7A81B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37215" y="6400800"/>
            <a:ext cx="7315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A9A79F"/>
                </a:solidFill>
                <a:latin typeface="Arial"/>
                <a:ea typeface="Arial"/>
                <a:cs typeface="Arial"/>
              </a:rPr>
              <a:t>2</a:t>
            </a:r>
            <a:endParaRPr sz="1000"/>
          </a:p>
        </p:txBody>
      </p:sp>
      <p:sp>
        <p:nvSpPr>
          <p:cNvPr id="6" name="Shape 3">
            <a:extLst xmlns:a="http://schemas.openxmlformats.org/drawingml/2006/main">
              <a:ext uri="{FF2B5EF4-FFF2-40B4-BE49-F238E27FC236}">
                <a16:creationId xmlns:a16="http://schemas.microsoft.com/office/drawing/2014/main" id="{B6CE47C6-F7BC-4E43-BB0E-C4D3FF5EB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02920"/>
            <a:ext cx="201168" cy="201168"/>
          </a:xfrm>
          <a:prstGeom xmlns:a="http://schemas.openxmlformats.org/drawingml/2006/main" prst="ellipse">
            <a:avLst/>
          </a:prstGeom>
          <a:ln xmlns:a="http://schemas.openxmlformats.org/drawingml/2006/main" w="19050">
            <a:solidFill>
              <a:srgbClr val="F2F0EA"/>
            </a:solidFill>
            <a:prstDash val="solid"/>
          </a:ln>
        </p:spPr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39B6D217-A7DA-4064-B0E7-644C2ED64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" y="457200"/>
            <a:ext cx="9448495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250">
                <a:solidFill>
                  <a:srgbClr val="A9A79F"/>
                </a:solidFill>
                <a:latin typeface="Arial"/>
                <a:ea typeface="Arial"/>
                <a:cs typeface="Arial"/>
              </a:rPr>
              <a:t>ABRIR, CINCO MINUTOS</a:t>
            </a:r>
            <a:endParaRPr sz="1100"/>
          </a:p>
        </p:txBody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C7174B89-1EBE-4070-859B-87B6CFE99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097280"/>
            <a:ext cx="9814255" cy="3291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b">
            <a:normAutofit/>
          </a:bodyPr>
          <a:lstStyle xmlns:a="http://schemas.openxmlformats.org/drawingml/2006/main"/>
          <a:p xmlns:a="http://schemas.openxmlformats.org/drawingml/2006/main">
            <a:pPr marL="0" indent="0">
              <a:lnSpc>
                <a:spcPct val="115000"/>
              </a:lnSpc>
              <a:buNone/>
            </a:pPr>
            <a:r>
              <a:rPr sz="4600" i="1">
                <a:solidFill>
                  <a:srgbClr val="F2F0EA"/>
                </a:solidFill>
                <a:latin typeface="Georgia"/>
                <a:ea typeface="Georgia"/>
                <a:cs typeface="Georgia"/>
              </a:rPr>
              <a:t>Falha-se a vida, ou deixa-se falhar?</a:t>
            </a:r>
            <a:endParaRPr sz="4600"/>
          </a:p>
        </p:txBody>
      </p:sp>
      <p:sp>
        <p:nvSpPr>
          <p:cNvPr id="9" name="Shape 6">
            <a:extLst xmlns:a="http://schemas.openxmlformats.org/drawingml/2006/main">
              <a:ext uri="{FF2B5EF4-FFF2-40B4-BE49-F238E27FC236}">
                <a16:creationId xmlns:a16="http://schemas.microsoft.com/office/drawing/2014/main" id="{4E997AB3-824F-4DB5-819E-ACAB5E33E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526280"/>
            <a:ext cx="640080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555C"/>
          </a:solidFill>
          <a:ln xmlns:a="http://schemas.openxmlformats.org/drawingml/2006/main" w="12700">
            <a:solidFill>
              <a:srgbClr val="E4555C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4802712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11111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ext 0">
            <a:extLst xmlns:a="http://schemas.openxmlformats.org/drawingml/2006/main">
              <a:ext uri="{FF2B5EF4-FFF2-40B4-BE49-F238E27FC236}">
                <a16:creationId xmlns:a16="http://schemas.microsoft.com/office/drawing/2014/main" id="{CAFC0631-5A38-4484-9B96-206B878DB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37215" y="384048"/>
            <a:ext cx="7315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200" b="1" spc="300">
                <a:solidFill>
                  <a:srgbClr val="A9A79F"/>
                </a:solidFill>
                <a:latin typeface="Arial"/>
                <a:ea typeface="Arial"/>
                <a:cs typeface="Arial"/>
              </a:rPr>
              <a:t>EPI</a:t>
            </a:r>
            <a:endParaRPr sz="1200"/>
          </a:p>
        </p:txBody>
      </p:sp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B88A8A12-6B5D-425A-9807-AA8E2C46D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6400800"/>
            <a:ext cx="9631375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A9A79F"/>
                </a:solidFill>
                <a:latin typeface="Arial"/>
                <a:ea typeface="Arial"/>
                <a:cs typeface="Arial"/>
              </a:rPr>
              <a:t>Lição M5-F12, A voz que se infiltra</a:t>
            </a:r>
            <a:endParaRPr sz="1000"/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A3716C22-22A9-4C79-8447-3EC3305E6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37215" y="6400800"/>
            <a:ext cx="7315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A9A79F"/>
                </a:solidFill>
                <a:latin typeface="Arial"/>
                <a:ea typeface="Arial"/>
                <a:cs typeface="Arial"/>
              </a:rPr>
              <a:t>3</a:t>
            </a:r>
            <a:endParaRPr sz="1000"/>
          </a:p>
        </p:txBody>
      </p:sp>
      <p:pic>
        <p:nvPicPr>
          <p:cNvPr id="6" name="Image 0">
            <a:extLst xmlns:a="http://schemas.openxmlformats.org/drawingml/2006/main">
              <a:ext uri="{FF2B5EF4-FFF2-40B4-BE49-F238E27FC236}">
                <a16:creationId xmlns:a16="http://schemas.microsoft.com/office/drawing/2014/main" id="{89AB4EEE-8ED1-460D-99F8-C4CCA52F63C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be28ea5e3f34a8b">
            <a:alphaModFix amt="8000"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F9B9F599-CEB5-43F7-9DCD-EC0391A5A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02920"/>
            <a:ext cx="201168" cy="201168"/>
          </a:xfrm>
          <a:prstGeom xmlns:a="http://schemas.openxmlformats.org/drawingml/2006/main" prst="ellipse">
            <a:avLst/>
          </a:prstGeom>
          <a:ln xmlns:a="http://schemas.openxmlformats.org/drawingml/2006/main" w="19050">
            <a:solidFill>
              <a:srgbClr val="F2F0EA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42874034-73C3-4161-8278-BD9F1E5DF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" y="457200"/>
            <a:ext cx="9448495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250">
                <a:solidFill>
                  <a:srgbClr val="A9A79F"/>
                </a:solidFill>
                <a:latin typeface="Arial"/>
                <a:ea typeface="Arial"/>
                <a:cs typeface="Arial"/>
              </a:rPr>
              <a:t>LER: TRÊS PASSAGENS</a:t>
            </a:r>
            <a:endParaRPr sz="11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3F08A4CF-B581-4F21-8D05-FE982D53F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005840"/>
            <a:ext cx="9814255" cy="4937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>
              <a:lnSpc>
                <a:spcPct val="125000"/>
              </a:lnSpc>
              <a:buNone/>
            </a:pPr>
            <a:r>
              <a:rPr sz="2200">
                <a:solidFill>
                  <a:srgbClr val="F2F0EA"/>
                </a:solidFill>
                <a:latin typeface="Georgia"/>
                <a:ea typeface="Georgia"/>
                <a:cs typeface="Georgia"/>
              </a:rPr>
              <a:t>Então Ega perguntou, do fundo do sofá onde se enterrára, se, n'esses ultimos annos, elle não tivera a idéa, o vago desejo de voltar para Portugal... Carlos considerou Ega com espanto. Para que? Para arrastar os passos tristes desde o Gremio até á Casa Havaneza? Não! Paris era o unico logar da terra congenere com o typo definitivo em que elle se fixára […]</a:t>
            </a:r>
            <a:endParaRPr sz="2200"/>
          </a:p>
          <a:p xmlns:a="http://schemas.openxmlformats.org/drawingml/2006/main">
            <a:pPr marL="0" indent="0">
              <a:lnSpc>
                <a:spcPct val="125000"/>
              </a:lnSpc>
              <a:buNone/>
            </a:pPr>
            <a:r>
              <a:rPr sz="2200">
                <a:solidFill>
                  <a:srgbClr val="F2F0EA"/>
                </a:solidFill>
                <a:latin typeface="Georgia"/>
                <a:ea typeface="Georgia"/>
                <a:cs typeface="Georgia"/>
              </a:rPr>
              <a:t>O naturalismo, com as suas alluviões de obscenidade, ameaçava corromper o pudor social? Pois bem. Elle, Alencar, seria o paladino da Moral, o gendarme dos bons costumes.</a:t>
            </a:r>
            <a:endParaRPr sz="2200"/>
          </a:p>
          <a:p xmlns:a="http://schemas.openxmlformats.org/drawingml/2006/main">
            <a:pPr marL="0" indent="0">
              <a:lnSpc>
                <a:spcPct val="125000"/>
              </a:lnSpc>
              <a:buNone/>
            </a:pPr>
            <a:r>
              <a:rPr sz="2200">
                <a:solidFill>
                  <a:srgbClr val="F2F0EA"/>
                </a:solidFill>
                <a:latin typeface="Georgia"/>
                <a:ea typeface="Georgia"/>
                <a:cs typeface="Georgia"/>
              </a:rPr>
              <a:t>Ega mostrou-se impressionado. Olha que brincadeira, hein! E todos escutavam o Cohen.</a:t>
            </a:r>
            <a:endParaRPr sz="2200"/>
          </a:p>
        </p:txBody>
      </p:sp>
      <p:sp>
        <p:nvSpPr>
          <p:cNvPr id="10" name="Text 6">
            <a:extLst xmlns:a="http://schemas.openxmlformats.org/drawingml/2006/main">
              <a:ext uri="{FF2B5EF4-FFF2-40B4-BE49-F238E27FC236}">
                <a16:creationId xmlns:a16="http://schemas.microsoft.com/office/drawing/2014/main" id="{EF2B6290-6CF7-4EF0-99DB-2CADC3E96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6035040"/>
            <a:ext cx="9814255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A9A79F"/>
                </a:solidFill>
                <a:latin typeface="Arial"/>
                <a:ea typeface="Arial"/>
                <a:cs typeface="Arial"/>
              </a:rPr>
              <a:t>Eça de Queirós, </a:t>
            </a:r>
            <a:r>
              <a:rPr sz="1200" i="1">
                <a:solidFill>
                  <a:srgbClr val="A9A79F"/>
                </a:solidFill>
                <a:latin typeface="Arial"/>
                <a:ea typeface="Arial"/>
                <a:cs typeface="Arial"/>
              </a:rPr>
              <a:t>Os Maias</a:t>
            </a:r>
            <a:r>
              <a:rPr sz="1200">
                <a:solidFill>
                  <a:srgbClr val="A9A79F"/>
                </a:solidFill>
                <a:latin typeface="Arial"/>
                <a:ea typeface="Arial"/>
                <a:cs typeface="Arial"/>
              </a:rPr>
              <a:t> (1888), grafia da edição.</a:t>
            </a:r>
            <a:endParaRPr sz="1200"/>
          </a:p>
        </p:txBody>
      </p:sp>
    </p:spTree>
    <p:extLst>
      <p:ext uri="{BB962C8B-B14F-4D97-AF65-F5344CB8AC3E}">
        <p14:creationId xmlns:p14="http://schemas.microsoft.com/office/powerpoint/2010/main" val="61417038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11111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ext 0">
            <a:extLst xmlns:a="http://schemas.openxmlformats.org/drawingml/2006/main">
              <a:ext uri="{FF2B5EF4-FFF2-40B4-BE49-F238E27FC236}">
                <a16:creationId xmlns:a16="http://schemas.microsoft.com/office/drawing/2014/main" id="{F3397E22-0EFB-4DC5-85BD-11A38D388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37215" y="384048"/>
            <a:ext cx="7315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200" b="1" spc="300">
                <a:solidFill>
                  <a:srgbClr val="A9A79F"/>
                </a:solidFill>
                <a:latin typeface="Arial"/>
                <a:ea typeface="Arial"/>
                <a:cs typeface="Arial"/>
              </a:rPr>
              <a:t>EPI</a:t>
            </a:r>
            <a:endParaRPr sz="1200"/>
          </a:p>
        </p:txBody>
      </p:sp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26FB0A1A-8DD6-461E-8645-0CCD68C12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6400800"/>
            <a:ext cx="9631375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A9A79F"/>
                </a:solidFill>
                <a:latin typeface="Arial"/>
                <a:ea typeface="Arial"/>
                <a:cs typeface="Arial"/>
              </a:rPr>
              <a:t>Lição M5-F12, A voz que se infiltra</a:t>
            </a:r>
            <a:endParaRPr sz="1000"/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6C89592F-7588-4598-8316-4F5589137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37215" y="6400800"/>
            <a:ext cx="7315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A9A79F"/>
                </a:solidFill>
                <a:latin typeface="Arial"/>
                <a:ea typeface="Arial"/>
                <a:cs typeface="Arial"/>
              </a:rPr>
              <a:t>4</a:t>
            </a:r>
            <a:endParaRPr sz="1000"/>
          </a:p>
        </p:txBody>
      </p:sp>
      <p:sp>
        <p:nvSpPr>
          <p:cNvPr id="6" name="Shape 3">
            <a:extLst xmlns:a="http://schemas.openxmlformats.org/drawingml/2006/main">
              <a:ext uri="{FF2B5EF4-FFF2-40B4-BE49-F238E27FC236}">
                <a16:creationId xmlns:a16="http://schemas.microsoft.com/office/drawing/2014/main" id="{FB7D71B2-9593-4DDD-8291-B9BC1BD65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02920"/>
            <a:ext cx="201168" cy="201168"/>
          </a:xfrm>
          <a:prstGeom xmlns:a="http://schemas.openxmlformats.org/drawingml/2006/main" prst="ellipse">
            <a:avLst/>
          </a:prstGeom>
          <a:ln xmlns:a="http://schemas.openxmlformats.org/drawingml/2006/main" w="19050">
            <a:solidFill>
              <a:srgbClr val="F2F0EA"/>
            </a:solidFill>
            <a:prstDash val="solid"/>
          </a:ln>
        </p:spPr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EE31EFAC-7FA5-4BA7-B03B-942098D70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" y="457200"/>
            <a:ext cx="9448495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250">
                <a:solidFill>
                  <a:srgbClr val="A9A79F"/>
                </a:solidFill>
                <a:latin typeface="Arial"/>
                <a:ea typeface="Arial"/>
                <a:cs typeface="Arial"/>
              </a:rPr>
              <a:t>O ESSENCIAL</a:t>
            </a:r>
            <a:endParaRPr sz="1100"/>
          </a:p>
        </p:txBody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A9C1CFE4-D737-4590-A5BC-AB938C3B1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868680"/>
            <a:ext cx="9814255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b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400">
                <a:solidFill>
                  <a:srgbClr val="F2F0EA"/>
                </a:solidFill>
                <a:latin typeface="Arial"/>
                <a:ea typeface="Arial"/>
                <a:cs typeface="Arial"/>
              </a:rPr>
              <a:t>Três coisas a fixar</a:t>
            </a:r>
            <a:endParaRPr sz="3400"/>
          </a:p>
        </p:txBody>
      </p:sp>
      <p:sp>
        <p:nvSpPr>
          <p:cNvPr id="9" name="Shape 6">
            <a:extLst xmlns:a="http://schemas.openxmlformats.org/drawingml/2006/main">
              <a:ext uri="{FF2B5EF4-FFF2-40B4-BE49-F238E27FC236}">
                <a16:creationId xmlns:a16="http://schemas.microsoft.com/office/drawing/2014/main" id="{0FF814BF-AA2D-409F-84FE-7D7DB4FCC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746504"/>
            <a:ext cx="640080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555C"/>
          </a:solidFill>
          <a:ln xmlns:a="http://schemas.openxmlformats.org/drawingml/2006/main" w="12700">
            <a:solidFill>
              <a:srgbClr val="E4555C"/>
            </a:solidFill>
            <a:prstDash val="solid"/>
          </a:ln>
        </p:spPr>
      </p:sp>
      <p:sp>
        <p:nvSpPr>
          <p:cNvPr id="10" name="Shape 7">
            <a:extLst xmlns:a="http://schemas.openxmlformats.org/drawingml/2006/main">
              <a:ext uri="{FF2B5EF4-FFF2-40B4-BE49-F238E27FC236}">
                <a16:creationId xmlns:a16="http://schemas.microsoft.com/office/drawing/2014/main" id="{DCE2F8A4-D070-44C6-9119-FD5AB3B12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2286000"/>
            <a:ext cx="0" cy="2447544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A9A79F"/>
            </a:solidFill>
            <a:prstDash val="solid"/>
          </a:ln>
        </p:spPr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7D321575-CBE1-4E13-901A-A464DAAF2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103120"/>
            <a:ext cx="365760" cy="3657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15875">
            <a:solidFill>
              <a:srgbClr val="F2F0EA"/>
            </a:solidFill>
            <a:prstDash val="solid"/>
          </a:ln>
        </p:spPr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CAB98756-83CA-4384-844E-9C720C1D4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103120"/>
            <a:ext cx="3657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2F0EA"/>
                </a:solidFill>
                <a:latin typeface="Arial"/>
                <a:ea typeface="Arial"/>
                <a:cs typeface="Arial"/>
              </a:rPr>
              <a:t>1</a:t>
            </a:r>
            <a:endParaRPr sz="1300"/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DCD79236-C1E8-4CC7-9BDE-1D82F891D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2112264"/>
            <a:ext cx="9174175" cy="12237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>
              <a:lnSpc>
                <a:spcPct val="105000"/>
              </a:lnSpc>
              <a:buNone/>
            </a:pPr>
            <a:r>
              <a:rPr sz="2200">
                <a:solidFill>
                  <a:srgbClr val="F2F0EA"/>
                </a:solidFill>
                <a:latin typeface="Arial"/>
                <a:ea typeface="Arial"/>
                <a:cs typeface="Arial"/>
              </a:rPr>
              <a:t>Esta lição de gramática trata três modos de relatar o que se diz, com passagens de </a:t>
            </a:r>
            <a:r>
              <a:rPr sz="2200" i="1">
                <a:solidFill>
                  <a:srgbClr val="F2F0EA"/>
                </a:solidFill>
                <a:latin typeface="Arial"/>
                <a:ea typeface="Arial"/>
                <a:cs typeface="Arial"/>
              </a:rPr>
              <a:t>Os Maias</a:t>
            </a:r>
            <a:r>
              <a:rPr sz="2200">
                <a:solidFill>
                  <a:srgbClr val="F2F0EA"/>
                </a:solidFill>
                <a:latin typeface="Arial"/>
                <a:ea typeface="Arial"/>
                <a:cs typeface="Arial"/>
              </a:rPr>
              <a:t>: discurso direto, discurso indireto e discurso indireto livre.</a:t>
            </a:r>
            <a:endParaRPr sz="2200"/>
          </a:p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41521A50-69A5-40C3-B81E-4AE113333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326892"/>
            <a:ext cx="365760" cy="3657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15875">
            <a:solidFill>
              <a:srgbClr val="F2F0EA"/>
            </a:solidFill>
            <a:prstDash val="solid"/>
          </a:ln>
        </p:spPr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7065BE07-1B75-449B-BC6C-716900C28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326892"/>
            <a:ext cx="3657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2F0EA"/>
                </a:solidFill>
                <a:latin typeface="Arial"/>
                <a:ea typeface="Arial"/>
                <a:cs typeface="Arial"/>
              </a:rPr>
              <a:t>2</a:t>
            </a:r>
            <a:endParaRPr sz="1300"/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C02233A1-9661-45F0-8F1C-792295DAC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3336036"/>
            <a:ext cx="9174175" cy="12237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lnSpc>
                <a:spcPct val="105000"/>
              </a:lnSpc>
              <a:buNone/>
            </a:pPr>
            <a:r>
              <a:rPr sz="2200">
                <a:solidFill>
                  <a:srgbClr val="F2F0EA"/>
                </a:solidFill>
                <a:latin typeface="Arial"/>
                <a:ea typeface="Arial"/>
                <a:cs typeface="Arial"/>
              </a:rPr>
              <a:t>Nestes segmentos, a reação da personagem entra na narração sem travessão nem verbo declarativo. As perguntas e exclamações são pistas: é preciso relacioná-las com o contexto.</a:t>
            </a:r>
            <a:endParaRPr sz="2200"/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EE7F9354-A757-41C8-B1C7-517CE11E1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550664"/>
            <a:ext cx="365760" cy="3657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15875">
            <a:solidFill>
              <a:srgbClr val="F2F0EA"/>
            </a:solidFill>
            <a:prstDash val="solid"/>
          </a:ln>
        </p:spPr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D8C9038B-031A-46E6-9D16-840F26DAD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550664"/>
            <a:ext cx="3657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2F0EA"/>
                </a:solidFill>
                <a:latin typeface="Arial"/>
                <a:ea typeface="Arial"/>
                <a:cs typeface="Arial"/>
              </a:rPr>
              <a:t>3</a:t>
            </a:r>
            <a:endParaRPr sz="1300"/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45F5E018-3497-43A1-80B5-7BEC66DE0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4559808"/>
            <a:ext cx="9174175" cy="12237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>
              <a:lnSpc>
                <a:spcPct val="105000"/>
              </a:lnSpc>
              <a:buNone/>
            </a:pPr>
            <a:r>
              <a:rPr sz="2200">
                <a:solidFill>
                  <a:srgbClr val="F2F0EA"/>
                </a:solidFill>
                <a:latin typeface="Arial"/>
                <a:ea typeface="Arial"/>
                <a:cs typeface="Arial"/>
              </a:rPr>
              <a:t>Ficas a reconhecer de quem é a voz em «Olha que brincadeira, hein!», a reescrever em direto e indireto e a ligar o indireto livre à ironia de Eça.</a:t>
            </a:r>
            <a:endParaRPr sz="2200"/>
          </a:p>
        </p:txBody>
      </p:sp>
    </p:spTree>
    <p:extLst>
      <p:ext uri="{BB962C8B-B14F-4D97-AF65-F5344CB8AC3E}">
        <p14:creationId xmlns:p14="http://schemas.microsoft.com/office/powerpoint/2010/main" val="17247086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11111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ext 0">
            <a:extLst xmlns:a="http://schemas.openxmlformats.org/drawingml/2006/main">
              <a:ext uri="{FF2B5EF4-FFF2-40B4-BE49-F238E27FC236}">
                <a16:creationId xmlns:a16="http://schemas.microsoft.com/office/drawing/2014/main" id="{9EBCE63E-8256-4338-9BF7-1AABADC80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37215" y="384048"/>
            <a:ext cx="7315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200" b="1" spc="300">
                <a:solidFill>
                  <a:srgbClr val="A9A79F"/>
                </a:solidFill>
                <a:latin typeface="Arial"/>
                <a:ea typeface="Arial"/>
                <a:cs typeface="Arial"/>
              </a:rPr>
              <a:t>EPI</a:t>
            </a:r>
            <a:endParaRPr sz="1200"/>
          </a:p>
        </p:txBody>
      </p:sp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63D70703-CAE9-462C-B57F-E2E6436A2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6400800"/>
            <a:ext cx="9631375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A9A79F"/>
                </a:solidFill>
                <a:latin typeface="Arial"/>
                <a:ea typeface="Arial"/>
                <a:cs typeface="Arial"/>
              </a:rPr>
              <a:t>Lição M5-F12, A voz que se infiltra</a:t>
            </a:r>
            <a:endParaRPr sz="1000"/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9E7BD21F-B76A-4E55-88E6-1ED9F3001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37215" y="6400800"/>
            <a:ext cx="7315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A9A79F"/>
                </a:solidFill>
                <a:latin typeface="Arial"/>
                <a:ea typeface="Arial"/>
                <a:cs typeface="Arial"/>
              </a:rPr>
              <a:t>5</a:t>
            </a:r>
            <a:endParaRPr sz="1000"/>
          </a:p>
        </p:txBody>
      </p:sp>
      <p:sp>
        <p:nvSpPr>
          <p:cNvPr id="6" name="Shape 3">
            <a:extLst xmlns:a="http://schemas.openxmlformats.org/drawingml/2006/main">
              <a:ext uri="{FF2B5EF4-FFF2-40B4-BE49-F238E27FC236}">
                <a16:creationId xmlns:a16="http://schemas.microsoft.com/office/drawing/2014/main" id="{1EBFDDE0-B3D5-4B02-B4A7-2BD626B5E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02920"/>
            <a:ext cx="201168" cy="201168"/>
          </a:xfrm>
          <a:prstGeom xmlns:a="http://schemas.openxmlformats.org/drawingml/2006/main" prst="rect">
            <a:avLst/>
          </a:prstGeom>
          <a:ln xmlns:a="http://schemas.openxmlformats.org/drawingml/2006/main" w="19050">
            <a:solidFill>
              <a:srgbClr val="F2F0EA"/>
            </a:solidFill>
            <a:prstDash val="solid"/>
          </a:ln>
        </p:spPr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727ECEFC-9D2B-40E6-8B80-8F8DF29DF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" y="457200"/>
            <a:ext cx="9448495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250">
                <a:solidFill>
                  <a:srgbClr val="A9A79F"/>
                </a:solidFill>
                <a:latin typeface="Arial"/>
                <a:ea typeface="Arial"/>
                <a:cs typeface="Arial"/>
              </a:rPr>
              <a:t>VER, E COMPLETAR NO CADERNO</a:t>
            </a:r>
            <a:endParaRPr sz="1100"/>
          </a:p>
        </p:txBody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7DFFF408-5C6F-44D7-BF20-8FDF8D56E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868680"/>
            <a:ext cx="9814255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b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400">
                <a:solidFill>
                  <a:srgbClr val="F2F0EA"/>
                </a:solidFill>
                <a:latin typeface="Arial"/>
                <a:ea typeface="Arial"/>
                <a:cs typeface="Arial"/>
              </a:rPr>
              <a:t>Completa no caderno</a:t>
            </a:r>
            <a:endParaRPr sz="3400"/>
          </a:p>
        </p:txBody>
      </p:sp>
      <p:sp>
        <p:nvSpPr>
          <p:cNvPr id="9" name="Shape 6">
            <a:extLst xmlns:a="http://schemas.openxmlformats.org/drawingml/2006/main">
              <a:ext uri="{FF2B5EF4-FFF2-40B4-BE49-F238E27FC236}">
                <a16:creationId xmlns:a16="http://schemas.microsoft.com/office/drawing/2014/main" id="{639339CF-FDB5-48D3-8306-9A07413CC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746504"/>
            <a:ext cx="640080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555C"/>
          </a:solidFill>
          <a:ln xmlns:a="http://schemas.openxmlformats.org/drawingml/2006/main" w="12700">
            <a:solidFill>
              <a:srgbClr val="E4555C"/>
            </a:solidFill>
            <a:prstDash val="solid"/>
          </a:ln>
        </p:spPr>
      </p:sp>
      <p:graphicFrame>
        <p:nvGraphicFramePr>
          <p:cNvPr id="10" name="Table 0">
            <a:extLst xmlns:a="http://schemas.openxmlformats.org/drawingml/2006/main">
              <a:ext uri="{FF2B5EF4-FFF2-40B4-BE49-F238E27FC236}">
                <a16:creationId xmlns:a16="http://schemas.microsoft.com/office/drawing/2014/main" id="{4002584E-90A5-46AB-B7B0-4C3835CCBEF2}"/>
              </a:ext>
            </a:extLst>
          </p:cNvPr>
          <p:cNvGraphicFramePr/>
          <p:nvPr/>
        </p:nvGraphicFramePr>
        <p:xfrm>
          <a:off xmlns:a="http://schemas.openxmlformats.org/drawingml/2006/main" x="822960" y="2057400"/>
          <a:ext xmlns:a="http://schemas.openxmlformats.org/drawingml/2006/main" cx="10545775" cy="9144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429226"/>
                <a:gridCol w="3058275"/>
                <a:gridCol w="3058275"/>
              </a:tblGrid>
              <a:tr h="6858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00" b="1" spc="150">
                          <a:solidFill>
                            <a:srgbClr val="A9A79F"/>
                          </a:solidFill>
                          <a:latin typeface="Arial"/>
                          <a:ea typeface="Arial"/>
                          <a:cs typeface="Arial"/>
                        </a:rPr>
                        <a:t>PASSAGEM</a:t>
                      </a:r>
                      <a:endParaRPr sz="110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73152" marR="73152" marT="73152" marB="73152" anchor="ctr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19050" cmpd="sng">
                      <a:solidFill>
                        <a:srgbClr val="F2F0EA"/>
                      </a:solidFill>
                      <a:prstDash val="soli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00" b="1" spc="150">
                          <a:solidFill>
                            <a:srgbClr val="A9A79F"/>
                          </a:solidFill>
                          <a:latin typeface="Arial"/>
                          <a:ea typeface="Arial"/>
                          <a:cs typeface="Arial"/>
                        </a:rPr>
                        <a:t>MARCA(S)</a:t>
                      </a:r>
                      <a:endParaRPr sz="110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73152" marR="73152" marT="73152" marB="73152" anchor="ctr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19050" cmpd="sng">
                      <a:solidFill>
                        <a:srgbClr val="F2F0EA"/>
                      </a:solidFill>
                      <a:prstDash val="soli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00" b="1" spc="150">
                          <a:solidFill>
                            <a:srgbClr val="A9A79F"/>
                          </a:solidFill>
                          <a:latin typeface="Arial"/>
                          <a:ea typeface="Arial"/>
                          <a:cs typeface="Arial"/>
                        </a:rPr>
                        <a:t>DE QUEM É A VOZ?</a:t>
                      </a:r>
                      <a:endParaRPr sz="110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73152" marR="73152" marT="73152" marB="73152" anchor="ctr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19050" cmpd="sng">
                      <a:solidFill>
                        <a:srgbClr val="F2F0EA"/>
                      </a:solidFill>
                      <a:prstDash val="soli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800">
                          <a:solidFill>
                            <a:srgbClr val="F2F0EA"/>
                          </a:solidFill>
                          <a:latin typeface="Arial"/>
                          <a:ea typeface="Arial"/>
                          <a:cs typeface="Arial"/>
                        </a:rPr>
                        <a:t>[1] «Então Ega perguntou…»</a:t>
                      </a:r>
                      <a:endParaRPr sz="180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73152" marR="73152" marT="73152" marB="73152" anchor="ctr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9525" cmpd="sng">
                      <a:solidFill>
                        <a:srgbClr val="BBBBBB"/>
                      </a:solidFill>
                      <a:prstDash val="soli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800">
                          <a:solidFill>
                            <a:srgbClr val="F2F0EA"/>
                          </a:solidFill>
                          <a:latin typeface="Arial"/>
                          <a:ea typeface="Arial"/>
                          <a:cs typeface="Arial"/>
                        </a:rPr>
                        <a:t> </a:t>
                      </a:r>
                      <a:endParaRPr sz="180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73152" marR="73152" marT="73152" marB="73152" anchor="ctr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9525" cmpd="sng">
                      <a:solidFill>
                        <a:srgbClr val="BBBBBB"/>
                      </a:solidFill>
                      <a:prstDash val="soli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800">
                          <a:solidFill>
                            <a:srgbClr val="F2F0EA"/>
                          </a:solidFill>
                          <a:latin typeface="Georgia"/>
                          <a:ea typeface="Georgia"/>
                          <a:cs typeface="Georgia"/>
                        </a:rPr>
                        <a:t> </a:t>
                      </a:r>
                      <a:endParaRPr sz="1800">
                        <a:latin typeface="Georgia"/>
                        <a:ea typeface="Georgia"/>
                        <a:cs typeface="Georgia"/>
                      </a:endParaRPr>
                    </a:p>
                  </a:txBody>
                  <a:tcPr marL="73152" marR="73152" marT="73152" marB="73152" anchor="ctr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9525" cmpd="sng">
                      <a:solidFill>
                        <a:srgbClr val="BBBBBB"/>
                      </a:solidFill>
                      <a:prstDash val="soli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800">
                          <a:solidFill>
                            <a:srgbClr val="F2F0EA"/>
                          </a:solidFill>
                          <a:latin typeface="Arial"/>
                          <a:ea typeface="Arial"/>
                          <a:cs typeface="Arial"/>
                        </a:rPr>
                        <a:t>[2] «O naturalismo, com as suas alluviões…»</a:t>
                      </a:r>
                      <a:endParaRPr sz="180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73152" marR="73152" marT="73152" marB="73152" anchor="ctr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9525" cmpd="sng">
                      <a:solidFill>
                        <a:srgbClr val="BBBBBB"/>
                      </a:solidFill>
                      <a:prstDash val="soli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800">
                          <a:solidFill>
                            <a:srgbClr val="F2F0EA"/>
                          </a:solidFill>
                          <a:latin typeface="Arial"/>
                          <a:ea typeface="Arial"/>
                          <a:cs typeface="Arial"/>
                        </a:rPr>
                        <a:t> </a:t>
                      </a:r>
                      <a:endParaRPr sz="180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73152" marR="73152" marT="73152" marB="73152" anchor="ctr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9525" cmpd="sng">
                      <a:solidFill>
                        <a:srgbClr val="BBBBBB"/>
                      </a:solidFill>
                      <a:prstDash val="soli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800">
                          <a:solidFill>
                            <a:srgbClr val="F2F0EA"/>
                          </a:solidFill>
                          <a:latin typeface="Georgia"/>
                          <a:ea typeface="Georgia"/>
                          <a:cs typeface="Georgia"/>
                        </a:rPr>
                        <a:t> </a:t>
                      </a:r>
                      <a:endParaRPr sz="1800">
                        <a:latin typeface="Georgia"/>
                        <a:ea typeface="Georgia"/>
                        <a:cs typeface="Georgia"/>
                      </a:endParaRPr>
                    </a:p>
                  </a:txBody>
                  <a:tcPr marL="73152" marR="73152" marT="73152" marB="73152" anchor="ctr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9525" cmpd="sng">
                      <a:solidFill>
                        <a:srgbClr val="BBBBBB"/>
                      </a:solidFill>
                      <a:prstDash val="soli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800">
                          <a:solidFill>
                            <a:srgbClr val="F2F0EA"/>
                          </a:solidFill>
                          <a:latin typeface="Arial"/>
                          <a:ea typeface="Arial"/>
                          <a:cs typeface="Arial"/>
                        </a:rPr>
                        <a:t>[3] «Ega mostrou-se impressionado…»</a:t>
                      </a:r>
                      <a:endParaRPr sz="180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73152" marR="73152" marT="73152" marB="73152" anchor="ctr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9525" cmpd="sng">
                      <a:solidFill>
                        <a:srgbClr val="BBBBBB"/>
                      </a:solidFill>
                      <a:prstDash val="soli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800">
                          <a:solidFill>
                            <a:srgbClr val="F2F0EA"/>
                          </a:solidFill>
                          <a:latin typeface="Arial"/>
                          <a:ea typeface="Arial"/>
                          <a:cs typeface="Arial"/>
                        </a:rPr>
                        <a:t> </a:t>
                      </a:r>
                      <a:endParaRPr sz="180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73152" marR="73152" marT="73152" marB="73152" anchor="ctr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9525" cmpd="sng">
                      <a:solidFill>
                        <a:srgbClr val="BBBBBB"/>
                      </a:solidFill>
                      <a:prstDash val="soli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800">
                          <a:solidFill>
                            <a:srgbClr val="F2F0EA"/>
                          </a:solidFill>
                          <a:latin typeface="Georgia"/>
                          <a:ea typeface="Georgia"/>
                          <a:cs typeface="Georgia"/>
                        </a:rPr>
                        <a:t> </a:t>
                      </a:r>
                      <a:endParaRPr sz="1800">
                        <a:latin typeface="Georgia"/>
                        <a:ea typeface="Georgia"/>
                        <a:cs typeface="Georgia"/>
                      </a:endParaRPr>
                    </a:p>
                  </a:txBody>
                  <a:tcPr marL="73152" marR="73152" marT="73152" marB="73152" anchor="ctr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9525" cmpd="sng">
                      <a:solidFill>
                        <a:srgbClr val="BBBBBB"/>
                      </a:solidFill>
                      <a:prstDash val="solid"/>
                    </a:lnB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4732542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11111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ext 0">
            <a:extLst xmlns:a="http://schemas.openxmlformats.org/drawingml/2006/main">
              <a:ext uri="{FF2B5EF4-FFF2-40B4-BE49-F238E27FC236}">
                <a16:creationId xmlns:a16="http://schemas.microsoft.com/office/drawing/2014/main" id="{1D4B08D4-DAB5-439B-B12B-5AFF1D84C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37215" y="384048"/>
            <a:ext cx="7315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200" b="1" spc="300">
                <a:solidFill>
                  <a:srgbClr val="A9A79F"/>
                </a:solidFill>
                <a:latin typeface="Arial"/>
                <a:ea typeface="Arial"/>
                <a:cs typeface="Arial"/>
              </a:rPr>
              <a:t>EPI</a:t>
            </a:r>
            <a:endParaRPr sz="1200"/>
          </a:p>
        </p:txBody>
      </p:sp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E0E0A6AE-9047-46EA-BA50-3C74A1DA1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6400800"/>
            <a:ext cx="9631375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A9A79F"/>
                </a:solidFill>
                <a:latin typeface="Arial"/>
                <a:ea typeface="Arial"/>
                <a:cs typeface="Arial"/>
              </a:rPr>
              <a:t>Lição M5-F12, A voz que se infiltra</a:t>
            </a:r>
            <a:endParaRPr sz="1000"/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D658C214-1D5E-4B2F-9B77-E27213EF7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37215" y="6400800"/>
            <a:ext cx="7315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A9A79F"/>
                </a:solidFill>
                <a:latin typeface="Arial"/>
                <a:ea typeface="Arial"/>
                <a:cs typeface="Arial"/>
              </a:rPr>
              <a:t>6</a:t>
            </a:r>
            <a:endParaRPr sz="1000"/>
          </a:p>
        </p:txBody>
      </p:sp>
      <p:sp>
        <p:nvSpPr>
          <p:cNvPr id="6" name="Shape 3">
            <a:extLst xmlns:a="http://schemas.openxmlformats.org/drawingml/2006/main">
              <a:ext uri="{FF2B5EF4-FFF2-40B4-BE49-F238E27FC236}">
                <a16:creationId xmlns:a16="http://schemas.microsoft.com/office/drawing/2014/main" id="{D99CB60D-0FC7-4CDE-AF53-6F8354F2F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02920"/>
            <a:ext cx="201168" cy="201168"/>
          </a:xfrm>
          <a:prstGeom xmlns:a="http://schemas.openxmlformats.org/drawingml/2006/main" prst="ellipse">
            <a:avLst/>
          </a:prstGeom>
          <a:ln xmlns:a="http://schemas.openxmlformats.org/drawingml/2006/main" w="19050">
            <a:solidFill>
              <a:srgbClr val="F2F0EA"/>
            </a:solidFill>
            <a:prstDash val="solid"/>
          </a:ln>
        </p:spPr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87D1B4E3-4633-4347-89C1-BDFA39581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" y="457200"/>
            <a:ext cx="9448495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250">
                <a:solidFill>
                  <a:srgbClr val="A9A79F"/>
                </a:solidFill>
                <a:latin typeface="Arial"/>
                <a:ea typeface="Arial"/>
                <a:cs typeface="Arial"/>
              </a:rPr>
              <a:t>VER</a:t>
            </a:r>
            <a:endParaRPr sz="1100"/>
          </a:p>
        </p:txBody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3661D77F-37AC-4C93-9641-C5FE68E9E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868680"/>
            <a:ext cx="9814255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b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>
                <a:solidFill>
                  <a:srgbClr val="F2F0EA"/>
                </a:solidFill>
                <a:latin typeface="Arial"/>
                <a:ea typeface="Arial"/>
                <a:cs typeface="Arial"/>
              </a:rPr>
              <a:t>Três modos de relatar o que se diz</a:t>
            </a:r>
            <a:endParaRPr sz="3000"/>
          </a:p>
        </p:txBody>
      </p:sp>
      <p:sp>
        <p:nvSpPr>
          <p:cNvPr id="9" name="Shape 6">
            <a:extLst xmlns:a="http://schemas.openxmlformats.org/drawingml/2006/main">
              <a:ext uri="{FF2B5EF4-FFF2-40B4-BE49-F238E27FC236}">
                <a16:creationId xmlns:a16="http://schemas.microsoft.com/office/drawing/2014/main" id="{236506D8-28EB-4AF3-9A32-55F6A9C18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020824"/>
            <a:ext cx="640080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555C"/>
          </a:solidFill>
          <a:ln xmlns:a="http://schemas.openxmlformats.org/drawingml/2006/main" w="12700">
            <a:solidFill>
              <a:srgbClr val="E4555C"/>
            </a:solidFill>
            <a:prstDash val="solid"/>
          </a:ln>
        </p:spPr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ECD700C7-E5C5-48E5-B3FC-6C8FE1C89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286000"/>
            <a:ext cx="9814255" cy="3749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lnSpc>
                <a:spcPct val="120000"/>
              </a:lnSpc>
              <a:buNone/>
            </a:pPr>
            <a:r>
              <a:rPr sz="2300" b="1">
                <a:solidFill>
                  <a:srgbClr val="F2F0EA"/>
                </a:solidFill>
                <a:latin typeface="Georgia"/>
                <a:ea typeface="Georgia"/>
                <a:cs typeface="Georgia"/>
              </a:rPr>
              <a:t>Direto: apresenta as palavras da personagem.</a:t>
            </a:r>
            <a:endParaRPr sz="2300"/>
          </a:p>
          <a:p xmlns:a="http://schemas.openxmlformats.org/drawingml/2006/main">
            <a:pPr marL="0" indent="0">
              <a:lnSpc>
                <a:spcPct val="120000"/>
              </a:lnSpc>
              <a:buNone/>
            </a:pPr>
          </a:p>
          <a:p xmlns:a="http://schemas.openxmlformats.org/drawingml/2006/main">
            <a:pPr marL="0" indent="0">
              <a:lnSpc>
                <a:spcPct val="120000"/>
              </a:lnSpc>
              <a:buNone/>
            </a:pPr>
            <a:r>
              <a:rPr sz="2300" b="1">
                <a:solidFill>
                  <a:srgbClr val="F2F0EA"/>
                </a:solidFill>
                <a:latin typeface="Georgia"/>
                <a:ea typeface="Georgia"/>
                <a:cs typeface="Georgia"/>
              </a:rPr>
              <a:t>Indireto: relata-as com verbo declarativo e subordinação. As referências ajustam-se ao contexto.</a:t>
            </a:r>
          </a:p>
          <a:p xmlns:a="http://schemas.openxmlformats.org/drawingml/2006/main">
            <a:pPr marL="0" indent="0">
              <a:lnSpc>
                <a:spcPct val="120000"/>
              </a:lnSpc>
              <a:buNone/>
            </a:pPr>
          </a:p>
          <a:p xmlns:a="http://schemas.openxmlformats.org/drawingml/2006/main">
            <a:pPr marL="0" indent="0">
              <a:lnSpc>
                <a:spcPct val="120000"/>
              </a:lnSpc>
              <a:buNone/>
            </a:pPr>
            <a:r>
              <a:rPr sz="2300" b="1">
                <a:solidFill>
                  <a:srgbClr val="F2F0EA"/>
                </a:solidFill>
                <a:latin typeface="Georgia"/>
                <a:ea typeface="Georgia"/>
                <a:cs typeface="Georgia"/>
              </a:rPr>
              <a:t>Indireto livre: a reação da personagem entra na narração. Cruza as marcas linguísticas com o sentido da passagem.</a:t>
            </a:r>
          </a:p>
        </p:txBody>
      </p:sp>
    </p:spTree>
    <p:extLst>
      <p:ext uri="{BB962C8B-B14F-4D97-AF65-F5344CB8AC3E}">
        <p14:creationId xmlns:p14="http://schemas.microsoft.com/office/powerpoint/2010/main" val="185327933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11111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epi">
            <a:extLst xmlns:a="http://schemas.openxmlformats.org/drawingml/2006/main">
              <a:ext uri="{FF2B5EF4-FFF2-40B4-BE49-F238E27FC236}">
                <a16:creationId xmlns:a16="http://schemas.microsoft.com/office/drawing/2014/main" id="{F3920552-11F3-4DEE-B89F-467B5A76C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37234" y="384048"/>
            <a:ext cx="731520" cy="365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r">
              <a:defRPr sz="1200" b="1">
                <a:solidFill>
                  <a:srgbClr val="A9A79F"/>
                </a:solidFill>
                <a:latin typeface="Arial"/>
                <a:ea typeface="Arial"/>
                <a:cs typeface="Arial"/>
              </a:defRPr>
            </a:defPPr>
            <a:lvl1pPr algn="r">
              <a:defRPr sz="1200" b="1">
                <a:solidFill>
                  <a:srgbClr val="A9A79F"/>
                </a:solidFill>
                <a:latin typeface="Arial"/>
                <a:ea typeface="Arial"/>
                <a:cs typeface="Arial"/>
              </a:defRPr>
            </a:lvl1pPr>
            <a:lvl2pPr algn="r">
              <a:defRPr sz="1200" b="1">
                <a:solidFill>
                  <a:srgbClr val="A9A79F"/>
                </a:solidFill>
                <a:latin typeface="Arial"/>
                <a:ea typeface="Arial"/>
                <a:cs typeface="Arial"/>
              </a:defRPr>
            </a:lvl2pPr>
            <a:lvl3pPr algn="r">
              <a:defRPr sz="1200" b="1">
                <a:solidFill>
                  <a:srgbClr val="A9A79F"/>
                </a:solidFill>
                <a:latin typeface="Arial"/>
                <a:ea typeface="Arial"/>
                <a:cs typeface="Arial"/>
              </a:defRPr>
            </a:lvl3pPr>
            <a:lvl4pPr algn="r">
              <a:defRPr sz="1200" b="1">
                <a:solidFill>
                  <a:srgbClr val="A9A79F"/>
                </a:solidFill>
                <a:latin typeface="Arial"/>
                <a:ea typeface="Arial"/>
                <a:cs typeface="Arial"/>
              </a:defRPr>
            </a:lvl4pPr>
            <a:lvl5pPr algn="r">
              <a:defRPr sz="1200" b="1">
                <a:solidFill>
                  <a:srgbClr val="A9A79F"/>
                </a:solidFill>
                <a:latin typeface="Arial"/>
                <a:ea typeface="Arial"/>
                <a:cs typeface="Arial"/>
              </a:defRPr>
            </a:lvl5pPr>
            <a:lvl6pPr algn="r">
              <a:defRPr sz="1200" b="1">
                <a:solidFill>
                  <a:srgbClr val="A9A79F"/>
                </a:solidFill>
                <a:latin typeface="Arial"/>
                <a:ea typeface="Arial"/>
                <a:cs typeface="Arial"/>
              </a:defRPr>
            </a:lvl6pPr>
            <a:lvl7pPr algn="r">
              <a:defRPr sz="1200" b="1">
                <a:solidFill>
                  <a:srgbClr val="A9A79F"/>
                </a:solidFill>
                <a:latin typeface="Arial"/>
                <a:ea typeface="Arial"/>
                <a:cs typeface="Arial"/>
              </a:defRPr>
            </a:lvl7pPr>
            <a:lvl8pPr algn="r">
              <a:defRPr sz="1200" b="1">
                <a:solidFill>
                  <a:srgbClr val="A9A79F"/>
                </a:solidFill>
                <a:latin typeface="Arial"/>
                <a:ea typeface="Arial"/>
                <a:cs typeface="Arial"/>
              </a:defRPr>
            </a:lvl8pPr>
            <a:lvl9pPr algn="r">
              <a:defRPr sz="1200" b="1">
                <a:solidFill>
                  <a:srgbClr val="A9A79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1200" b="1">
                <a:solidFill>
                  <a:srgbClr val="A9A79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A9A79F"/>
                </a:solidFill>
                <a:latin typeface="Arial"/>
                <a:ea typeface="Arial"/>
                <a:cs typeface="Arial"/>
              </a:rPr>
              <a:t>EPI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D03ED466-EC9E-45BA-AB66-35E485247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57200"/>
            <a:ext cx="9631394" cy="365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100" b="1">
                <a:solidFill>
                  <a:srgbClr val="A9A79F"/>
                </a:solidFill>
                <a:latin typeface="Arial"/>
                <a:ea typeface="Arial"/>
                <a:cs typeface="Arial"/>
              </a:defRPr>
            </a:defPPr>
            <a:lvl1pPr>
              <a:defRPr sz="1100" b="1">
                <a:solidFill>
                  <a:srgbClr val="A9A79F"/>
                </a:solidFill>
                <a:latin typeface="Arial"/>
                <a:ea typeface="Arial"/>
                <a:cs typeface="Arial"/>
              </a:defRPr>
            </a:lvl1pPr>
            <a:lvl2pPr>
              <a:defRPr sz="1100" b="1">
                <a:solidFill>
                  <a:srgbClr val="A9A79F"/>
                </a:solidFill>
                <a:latin typeface="Arial"/>
                <a:ea typeface="Arial"/>
                <a:cs typeface="Arial"/>
              </a:defRPr>
            </a:lvl2pPr>
            <a:lvl3pPr>
              <a:defRPr sz="1100" b="1">
                <a:solidFill>
                  <a:srgbClr val="A9A79F"/>
                </a:solidFill>
                <a:latin typeface="Arial"/>
                <a:ea typeface="Arial"/>
                <a:cs typeface="Arial"/>
              </a:defRPr>
            </a:lvl3pPr>
            <a:lvl4pPr>
              <a:defRPr sz="1100" b="1">
                <a:solidFill>
                  <a:srgbClr val="A9A79F"/>
                </a:solidFill>
                <a:latin typeface="Arial"/>
                <a:ea typeface="Arial"/>
                <a:cs typeface="Arial"/>
              </a:defRPr>
            </a:lvl4pPr>
            <a:lvl5pPr>
              <a:defRPr sz="1100" b="1">
                <a:solidFill>
                  <a:srgbClr val="A9A79F"/>
                </a:solidFill>
                <a:latin typeface="Arial"/>
                <a:ea typeface="Arial"/>
                <a:cs typeface="Arial"/>
              </a:defRPr>
            </a:lvl5pPr>
            <a:lvl6pPr>
              <a:defRPr sz="1100" b="1">
                <a:solidFill>
                  <a:srgbClr val="A9A79F"/>
                </a:solidFill>
                <a:latin typeface="Arial"/>
                <a:ea typeface="Arial"/>
                <a:cs typeface="Arial"/>
              </a:defRPr>
            </a:lvl6pPr>
            <a:lvl7pPr>
              <a:defRPr sz="1100" b="1">
                <a:solidFill>
                  <a:srgbClr val="A9A79F"/>
                </a:solidFill>
                <a:latin typeface="Arial"/>
                <a:ea typeface="Arial"/>
                <a:cs typeface="Arial"/>
              </a:defRPr>
            </a:lvl7pPr>
            <a:lvl8pPr>
              <a:defRPr sz="1100" b="1">
                <a:solidFill>
                  <a:srgbClr val="A9A79F"/>
                </a:solidFill>
                <a:latin typeface="Arial"/>
                <a:ea typeface="Arial"/>
                <a:cs typeface="Arial"/>
              </a:defRPr>
            </a:lvl8pPr>
            <a:lvl9pPr>
              <a:defRPr sz="1100" b="1">
                <a:solidFill>
                  <a:srgbClr val="A9A79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100" b="1">
                <a:solidFill>
                  <a:srgbClr val="A9A79F"/>
                </a:solidFill>
                <a:latin typeface="Arial"/>
                <a:ea typeface="Arial"/>
                <a:cs typeface="Arial"/>
              </a:defRPr>
            </a:pPr>
            <a:r>
              <a:rPr sz="1100" b="1">
                <a:solidFill>
                  <a:srgbClr val="A9A79F"/>
                </a:solidFill>
                <a:latin typeface="Arial"/>
                <a:ea typeface="Arial"/>
                <a:cs typeface="Arial"/>
              </a:rPr>
              <a:t>MODELO · EXEMPLO INVENTADO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D257678-D057-4D2F-8266-E73EBCA32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188720"/>
            <a:ext cx="10546080" cy="822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4000">
                <a:solidFill>
                  <a:srgbClr val="F2F0EA"/>
                </a:solidFill>
                <a:latin typeface="Arial"/>
                <a:ea typeface="Arial"/>
                <a:cs typeface="Arial"/>
              </a:defRPr>
            </a:defPPr>
            <a:lvl1pPr>
              <a:defRPr sz="4000">
                <a:solidFill>
                  <a:srgbClr val="F2F0EA"/>
                </a:solidFill>
                <a:latin typeface="Arial"/>
                <a:ea typeface="Arial"/>
                <a:cs typeface="Arial"/>
              </a:defRPr>
            </a:lvl1pPr>
            <a:lvl2pPr>
              <a:defRPr sz="4000">
                <a:solidFill>
                  <a:srgbClr val="F2F0EA"/>
                </a:solidFill>
                <a:latin typeface="Arial"/>
                <a:ea typeface="Arial"/>
                <a:cs typeface="Arial"/>
              </a:defRPr>
            </a:lvl2pPr>
            <a:lvl3pPr>
              <a:defRPr sz="4000">
                <a:solidFill>
                  <a:srgbClr val="F2F0EA"/>
                </a:solidFill>
                <a:latin typeface="Arial"/>
                <a:ea typeface="Arial"/>
                <a:cs typeface="Arial"/>
              </a:defRPr>
            </a:lvl3pPr>
            <a:lvl4pPr>
              <a:defRPr sz="4000">
                <a:solidFill>
                  <a:srgbClr val="F2F0EA"/>
                </a:solidFill>
                <a:latin typeface="Arial"/>
                <a:ea typeface="Arial"/>
                <a:cs typeface="Arial"/>
              </a:defRPr>
            </a:lvl4pPr>
            <a:lvl5pPr>
              <a:defRPr sz="4000">
                <a:solidFill>
                  <a:srgbClr val="F2F0EA"/>
                </a:solidFill>
                <a:latin typeface="Arial"/>
                <a:ea typeface="Arial"/>
                <a:cs typeface="Arial"/>
              </a:defRPr>
            </a:lvl5pPr>
            <a:lvl6pPr>
              <a:defRPr sz="4000">
                <a:solidFill>
                  <a:srgbClr val="F2F0EA"/>
                </a:solidFill>
                <a:latin typeface="Arial"/>
                <a:ea typeface="Arial"/>
                <a:cs typeface="Arial"/>
              </a:defRPr>
            </a:lvl6pPr>
            <a:lvl7pPr>
              <a:defRPr sz="4000">
                <a:solidFill>
                  <a:srgbClr val="F2F0EA"/>
                </a:solidFill>
                <a:latin typeface="Arial"/>
                <a:ea typeface="Arial"/>
                <a:cs typeface="Arial"/>
              </a:defRPr>
            </a:lvl7pPr>
            <a:lvl8pPr>
              <a:defRPr sz="4000">
                <a:solidFill>
                  <a:srgbClr val="F2F0EA"/>
                </a:solidFill>
                <a:latin typeface="Arial"/>
                <a:ea typeface="Arial"/>
                <a:cs typeface="Arial"/>
              </a:defRPr>
            </a:lvl8pPr>
            <a:lvl9pPr>
              <a:defRPr sz="4000">
                <a:solidFill>
                  <a:srgbClr val="F2F0E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4000">
                <a:solidFill>
                  <a:srgbClr val="F2F0EA"/>
                </a:solidFill>
                <a:latin typeface="Arial"/>
                <a:ea typeface="Arial"/>
                <a:cs typeface="Arial"/>
              </a:defRPr>
            </a:pPr>
            <a:r>
              <a:rPr sz="4000">
                <a:solidFill>
                  <a:srgbClr val="F2F0EA"/>
                </a:solidFill>
                <a:latin typeface="Arial"/>
                <a:ea typeface="Arial"/>
                <a:cs typeface="Arial"/>
              </a:rPr>
              <a:t>O contexto muda o relato</a:t>
            </a:r>
          </a:p>
        </p:txBody>
      </p:sp>
      <p:sp>
        <p:nvSpPr>
          <p:cNvPr id="4" name="footer">
            <a:extLst xmlns:a="http://schemas.openxmlformats.org/drawingml/2006/main">
              <a:ext uri="{FF2B5EF4-FFF2-40B4-BE49-F238E27FC236}">
                <a16:creationId xmlns:a16="http://schemas.microsoft.com/office/drawing/2014/main" id="{30B15596-AFBA-4C75-A822-2AA2E7EE4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6400800"/>
            <a:ext cx="9631394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000">
                <a:solidFill>
                  <a:srgbClr val="A9A79F"/>
                </a:solidFill>
                <a:latin typeface="Arial"/>
                <a:ea typeface="Arial"/>
                <a:cs typeface="Arial"/>
              </a:defRPr>
            </a:defPPr>
            <a:lvl1pPr>
              <a:defRPr sz="1000">
                <a:solidFill>
                  <a:srgbClr val="A9A79F"/>
                </a:solidFill>
                <a:latin typeface="Arial"/>
                <a:ea typeface="Arial"/>
                <a:cs typeface="Arial"/>
              </a:defRPr>
            </a:lvl1pPr>
            <a:lvl2pPr>
              <a:defRPr sz="1000">
                <a:solidFill>
                  <a:srgbClr val="A9A79F"/>
                </a:solidFill>
                <a:latin typeface="Arial"/>
                <a:ea typeface="Arial"/>
                <a:cs typeface="Arial"/>
              </a:defRPr>
            </a:lvl2pPr>
            <a:lvl3pPr>
              <a:defRPr sz="1000">
                <a:solidFill>
                  <a:srgbClr val="A9A79F"/>
                </a:solidFill>
                <a:latin typeface="Arial"/>
                <a:ea typeface="Arial"/>
                <a:cs typeface="Arial"/>
              </a:defRPr>
            </a:lvl3pPr>
            <a:lvl4pPr>
              <a:defRPr sz="1000">
                <a:solidFill>
                  <a:srgbClr val="A9A79F"/>
                </a:solidFill>
                <a:latin typeface="Arial"/>
                <a:ea typeface="Arial"/>
                <a:cs typeface="Arial"/>
              </a:defRPr>
            </a:lvl4pPr>
            <a:lvl5pPr>
              <a:defRPr sz="1000">
                <a:solidFill>
                  <a:srgbClr val="A9A79F"/>
                </a:solidFill>
                <a:latin typeface="Arial"/>
                <a:ea typeface="Arial"/>
                <a:cs typeface="Arial"/>
              </a:defRPr>
            </a:lvl5pPr>
            <a:lvl6pPr>
              <a:defRPr sz="1000">
                <a:solidFill>
                  <a:srgbClr val="A9A79F"/>
                </a:solidFill>
                <a:latin typeface="Arial"/>
                <a:ea typeface="Arial"/>
                <a:cs typeface="Arial"/>
              </a:defRPr>
            </a:lvl6pPr>
            <a:lvl7pPr>
              <a:defRPr sz="1000">
                <a:solidFill>
                  <a:srgbClr val="A9A79F"/>
                </a:solidFill>
                <a:latin typeface="Arial"/>
                <a:ea typeface="Arial"/>
                <a:cs typeface="Arial"/>
              </a:defRPr>
            </a:lvl7pPr>
            <a:lvl8pPr>
              <a:defRPr sz="1000">
                <a:solidFill>
                  <a:srgbClr val="A9A79F"/>
                </a:solidFill>
                <a:latin typeface="Arial"/>
                <a:ea typeface="Arial"/>
                <a:cs typeface="Arial"/>
              </a:defRPr>
            </a:lvl8pPr>
            <a:lvl9pPr>
              <a:defRPr sz="1000">
                <a:solidFill>
                  <a:srgbClr val="A9A79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000">
                <a:solidFill>
                  <a:srgbClr val="A9A79F"/>
                </a:solidFill>
                <a:latin typeface="Arial"/>
                <a:ea typeface="Arial"/>
                <a:cs typeface="Arial"/>
              </a:defRPr>
            </a:pPr>
            <a:r>
              <a:rPr sz="1000">
                <a:solidFill>
                  <a:srgbClr val="A9A79F"/>
                </a:solidFill>
                <a:latin typeface="Arial"/>
                <a:ea typeface="Arial"/>
                <a:cs typeface="Arial"/>
              </a:rPr>
              <a:t>Lição M5-F12, A voz que se infiltra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D3732205-317B-4939-9FD9-7346A22BF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37234" y="6400800"/>
            <a:ext cx="73152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r">
              <a:defRPr sz="1000">
                <a:solidFill>
                  <a:srgbClr val="A9A79F"/>
                </a:solidFill>
                <a:latin typeface="Arial"/>
                <a:ea typeface="Arial"/>
                <a:cs typeface="Arial"/>
              </a:defRPr>
            </a:defPPr>
            <a:lvl1pPr algn="r">
              <a:defRPr sz="1000">
                <a:solidFill>
                  <a:srgbClr val="A9A79F"/>
                </a:solidFill>
                <a:latin typeface="Arial"/>
                <a:ea typeface="Arial"/>
                <a:cs typeface="Arial"/>
              </a:defRPr>
            </a:lvl1pPr>
            <a:lvl2pPr algn="r">
              <a:defRPr sz="1000">
                <a:solidFill>
                  <a:srgbClr val="A9A79F"/>
                </a:solidFill>
                <a:latin typeface="Arial"/>
                <a:ea typeface="Arial"/>
                <a:cs typeface="Arial"/>
              </a:defRPr>
            </a:lvl2pPr>
            <a:lvl3pPr algn="r">
              <a:defRPr sz="1000">
                <a:solidFill>
                  <a:srgbClr val="A9A79F"/>
                </a:solidFill>
                <a:latin typeface="Arial"/>
                <a:ea typeface="Arial"/>
                <a:cs typeface="Arial"/>
              </a:defRPr>
            </a:lvl3pPr>
            <a:lvl4pPr algn="r">
              <a:defRPr sz="1000">
                <a:solidFill>
                  <a:srgbClr val="A9A79F"/>
                </a:solidFill>
                <a:latin typeface="Arial"/>
                <a:ea typeface="Arial"/>
                <a:cs typeface="Arial"/>
              </a:defRPr>
            </a:lvl4pPr>
            <a:lvl5pPr algn="r">
              <a:defRPr sz="1000">
                <a:solidFill>
                  <a:srgbClr val="A9A79F"/>
                </a:solidFill>
                <a:latin typeface="Arial"/>
                <a:ea typeface="Arial"/>
                <a:cs typeface="Arial"/>
              </a:defRPr>
            </a:lvl5pPr>
            <a:lvl6pPr algn="r">
              <a:defRPr sz="1000">
                <a:solidFill>
                  <a:srgbClr val="A9A79F"/>
                </a:solidFill>
                <a:latin typeface="Arial"/>
                <a:ea typeface="Arial"/>
                <a:cs typeface="Arial"/>
              </a:defRPr>
            </a:lvl6pPr>
            <a:lvl7pPr algn="r">
              <a:defRPr sz="1000">
                <a:solidFill>
                  <a:srgbClr val="A9A79F"/>
                </a:solidFill>
                <a:latin typeface="Arial"/>
                <a:ea typeface="Arial"/>
                <a:cs typeface="Arial"/>
              </a:defRPr>
            </a:lvl7pPr>
            <a:lvl8pPr algn="r">
              <a:defRPr sz="1000">
                <a:solidFill>
                  <a:srgbClr val="A9A79F"/>
                </a:solidFill>
                <a:latin typeface="Arial"/>
                <a:ea typeface="Arial"/>
                <a:cs typeface="Arial"/>
              </a:defRPr>
            </a:lvl8pPr>
            <a:lvl9pPr algn="r">
              <a:defRPr sz="1000">
                <a:solidFill>
                  <a:srgbClr val="A9A79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1000">
                <a:solidFill>
                  <a:srgbClr val="A9A79F"/>
                </a:solidFill>
                <a:latin typeface="Arial"/>
                <a:ea typeface="Arial"/>
                <a:cs typeface="Arial"/>
              </a:defRPr>
            </a:pPr>
            <a:r>
              <a:rPr sz="1000">
                <a:solidFill>
                  <a:srgbClr val="A9A79F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6" name="model">
            <a:extLst xmlns:a="http://schemas.openxmlformats.org/drawingml/2006/main">
              <a:ext uri="{FF2B5EF4-FFF2-40B4-BE49-F238E27FC236}">
                <a16:creationId xmlns:a16="http://schemas.microsoft.com/office/drawing/2014/main" id="{8DEFC21D-B21D-4204-B02E-1AC33EEC8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190750"/>
            <a:ext cx="10546080" cy="3429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400">
                <a:solidFill>
                  <a:srgbClr val="F2F0EA"/>
                </a:solidFill>
                <a:latin typeface="Arial"/>
                <a:ea typeface="Arial"/>
                <a:cs typeface="Arial"/>
              </a:defRPr>
            </a:defPPr>
            <a:lvl1pPr>
              <a:defRPr sz="2400">
                <a:solidFill>
                  <a:srgbClr val="F2F0EA"/>
                </a:solidFill>
                <a:latin typeface="Arial"/>
                <a:ea typeface="Arial"/>
                <a:cs typeface="Arial"/>
              </a:defRPr>
            </a:lvl1pPr>
            <a:lvl2pPr>
              <a:defRPr sz="2400">
                <a:solidFill>
                  <a:srgbClr val="F2F0EA"/>
                </a:solidFill>
                <a:latin typeface="Arial"/>
                <a:ea typeface="Arial"/>
                <a:cs typeface="Arial"/>
              </a:defRPr>
            </a:lvl2pPr>
            <a:lvl3pPr>
              <a:defRPr sz="2400">
                <a:solidFill>
                  <a:srgbClr val="F2F0EA"/>
                </a:solidFill>
                <a:latin typeface="Arial"/>
                <a:ea typeface="Arial"/>
                <a:cs typeface="Arial"/>
              </a:defRPr>
            </a:lvl3pPr>
            <a:lvl4pPr>
              <a:defRPr sz="2400">
                <a:solidFill>
                  <a:srgbClr val="F2F0EA"/>
                </a:solidFill>
                <a:latin typeface="Arial"/>
                <a:ea typeface="Arial"/>
                <a:cs typeface="Arial"/>
              </a:defRPr>
            </a:lvl4pPr>
            <a:lvl5pPr>
              <a:defRPr sz="2400">
                <a:solidFill>
                  <a:srgbClr val="F2F0EA"/>
                </a:solidFill>
                <a:latin typeface="Arial"/>
                <a:ea typeface="Arial"/>
                <a:cs typeface="Arial"/>
              </a:defRPr>
            </a:lvl5pPr>
            <a:lvl6pPr>
              <a:defRPr sz="2400">
                <a:solidFill>
                  <a:srgbClr val="F2F0EA"/>
                </a:solidFill>
                <a:latin typeface="Arial"/>
                <a:ea typeface="Arial"/>
                <a:cs typeface="Arial"/>
              </a:defRPr>
            </a:lvl6pPr>
            <a:lvl7pPr>
              <a:defRPr sz="2400">
                <a:solidFill>
                  <a:srgbClr val="F2F0EA"/>
                </a:solidFill>
                <a:latin typeface="Arial"/>
                <a:ea typeface="Arial"/>
                <a:cs typeface="Arial"/>
              </a:defRPr>
            </a:lvl7pPr>
            <a:lvl8pPr>
              <a:defRPr sz="2400">
                <a:solidFill>
                  <a:srgbClr val="F2F0EA"/>
                </a:solidFill>
                <a:latin typeface="Arial"/>
                <a:ea typeface="Arial"/>
                <a:cs typeface="Arial"/>
              </a:defRPr>
            </a:lvl8pPr>
            <a:lvl9pPr>
              <a:defRPr sz="2400">
                <a:solidFill>
                  <a:srgbClr val="F2F0E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400">
                <a:solidFill>
                  <a:srgbClr val="F2F0EA"/>
                </a:solidFill>
                <a:latin typeface="Arial"/>
                <a:ea typeface="Arial"/>
                <a:cs typeface="Arial"/>
              </a:defRPr>
            </a:pPr>
            <a:r>
              <a:rPr sz="2400">
                <a:solidFill>
                  <a:srgbClr val="F2F0EA"/>
                </a:solidFill>
                <a:latin typeface="Arial"/>
                <a:ea typeface="Arial"/>
                <a:cs typeface="Arial"/>
              </a:rPr>
              <a:t>João diz: «Estou aqui.»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400">
                <a:solidFill>
                  <a:srgbClr val="F2F0EA"/>
                </a:solidFill>
                <a:latin typeface="Arial"/>
                <a:ea typeface="Arial"/>
                <a:cs typeface="Arial"/>
              </a:defRPr>
            </a:pPr>
            <a:r>
              <a:rPr sz="2400">
                <a:solidFill>
                  <a:srgbClr val="F2F0EA"/>
                </a:solidFill>
                <a:latin typeface="Arial"/>
                <a:ea typeface="Arial"/>
                <a:cs typeface="Arial"/>
              </a:rPr>
              <a:t>No mesmo lugar e momento:</a:t>
            </a:r>
          </a:p>
          <a:p xmlns:a="http://schemas.openxmlformats.org/drawingml/2006/main">
            <a:pPr>
              <a:defRPr sz="2400">
                <a:solidFill>
                  <a:srgbClr val="F2F0EA"/>
                </a:solidFill>
                <a:latin typeface="Arial"/>
                <a:ea typeface="Arial"/>
                <a:cs typeface="Arial"/>
              </a:defRPr>
            </a:pPr>
            <a:r>
              <a:rPr sz="2400">
                <a:solidFill>
                  <a:srgbClr val="F2F0EA"/>
                </a:solidFill>
                <a:latin typeface="Arial"/>
                <a:ea typeface="Arial"/>
                <a:cs typeface="Arial"/>
              </a:rPr>
              <a:t>João diz que está aqui.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400">
                <a:solidFill>
                  <a:srgbClr val="F2F0EA"/>
                </a:solidFill>
                <a:latin typeface="Arial"/>
                <a:ea typeface="Arial"/>
                <a:cs typeface="Arial"/>
              </a:defRPr>
            </a:pPr>
            <a:r>
              <a:rPr sz="2400">
                <a:solidFill>
                  <a:srgbClr val="F2F0EA"/>
                </a:solidFill>
                <a:latin typeface="Arial"/>
                <a:ea typeface="Arial"/>
                <a:cs typeface="Arial"/>
              </a:rPr>
              <a:t>No dia seguinte, noutro lugar:</a:t>
            </a:r>
          </a:p>
          <a:p xmlns:a="http://schemas.openxmlformats.org/drawingml/2006/main">
            <a:pPr>
              <a:defRPr sz="2400">
                <a:solidFill>
                  <a:srgbClr val="F2F0EA"/>
                </a:solidFill>
                <a:latin typeface="Arial"/>
                <a:ea typeface="Arial"/>
                <a:cs typeface="Arial"/>
              </a:defRPr>
            </a:pPr>
            <a:r>
              <a:rPr sz="2400">
                <a:solidFill>
                  <a:srgbClr val="F2F0EA"/>
                </a:solidFill>
                <a:latin typeface="Arial"/>
                <a:ea typeface="Arial"/>
                <a:cs typeface="Arial"/>
              </a:rPr>
              <a:t>João disse que estava ali.</a:t>
            </a:r>
          </a:p>
        </p:txBody>
      </p:sp>
      <p:sp>
        <p:nvSpPr>
          <p:cNvPr id="7" name="explain">
            <a:extLst xmlns:a="http://schemas.openxmlformats.org/drawingml/2006/main">
              <a:ext uri="{FF2B5EF4-FFF2-40B4-BE49-F238E27FC236}">
                <a16:creationId xmlns:a16="http://schemas.microsoft.com/office/drawing/2014/main" id="{612B0BF0-2206-49ED-B38B-467809D8A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562600"/>
            <a:ext cx="1054608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700">
                <a:solidFill>
                  <a:srgbClr val="F2F0EA"/>
                </a:solidFill>
                <a:latin typeface="Arial"/>
                <a:ea typeface="Arial"/>
                <a:cs typeface="Arial"/>
              </a:defRPr>
            </a:defPPr>
            <a:lvl1pPr>
              <a:defRPr sz="1700">
                <a:solidFill>
                  <a:srgbClr val="F2F0EA"/>
                </a:solidFill>
                <a:latin typeface="Arial"/>
                <a:ea typeface="Arial"/>
                <a:cs typeface="Arial"/>
              </a:defRPr>
            </a:lvl1pPr>
            <a:lvl2pPr>
              <a:defRPr sz="1700">
                <a:solidFill>
                  <a:srgbClr val="F2F0EA"/>
                </a:solidFill>
                <a:latin typeface="Arial"/>
                <a:ea typeface="Arial"/>
                <a:cs typeface="Arial"/>
              </a:defRPr>
            </a:lvl2pPr>
            <a:lvl3pPr>
              <a:defRPr sz="1700">
                <a:solidFill>
                  <a:srgbClr val="F2F0EA"/>
                </a:solidFill>
                <a:latin typeface="Arial"/>
                <a:ea typeface="Arial"/>
                <a:cs typeface="Arial"/>
              </a:defRPr>
            </a:lvl3pPr>
            <a:lvl4pPr>
              <a:defRPr sz="1700">
                <a:solidFill>
                  <a:srgbClr val="F2F0EA"/>
                </a:solidFill>
                <a:latin typeface="Arial"/>
                <a:ea typeface="Arial"/>
                <a:cs typeface="Arial"/>
              </a:defRPr>
            </a:lvl4pPr>
            <a:lvl5pPr>
              <a:defRPr sz="1700">
                <a:solidFill>
                  <a:srgbClr val="F2F0EA"/>
                </a:solidFill>
                <a:latin typeface="Arial"/>
                <a:ea typeface="Arial"/>
                <a:cs typeface="Arial"/>
              </a:defRPr>
            </a:lvl5pPr>
            <a:lvl6pPr>
              <a:defRPr sz="1700">
                <a:solidFill>
                  <a:srgbClr val="F2F0EA"/>
                </a:solidFill>
                <a:latin typeface="Arial"/>
                <a:ea typeface="Arial"/>
                <a:cs typeface="Arial"/>
              </a:defRPr>
            </a:lvl6pPr>
            <a:lvl7pPr>
              <a:defRPr sz="1700">
                <a:solidFill>
                  <a:srgbClr val="F2F0EA"/>
                </a:solidFill>
                <a:latin typeface="Arial"/>
                <a:ea typeface="Arial"/>
                <a:cs typeface="Arial"/>
              </a:defRPr>
            </a:lvl7pPr>
            <a:lvl8pPr>
              <a:defRPr sz="1700">
                <a:solidFill>
                  <a:srgbClr val="F2F0EA"/>
                </a:solidFill>
                <a:latin typeface="Arial"/>
                <a:ea typeface="Arial"/>
                <a:cs typeface="Arial"/>
              </a:defRPr>
            </a:lvl8pPr>
            <a:lvl9pPr>
              <a:defRPr sz="1700">
                <a:solidFill>
                  <a:srgbClr val="F2F0E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00">
                <a:solidFill>
                  <a:srgbClr val="F2F0EA"/>
                </a:solidFill>
                <a:latin typeface="Arial"/>
                <a:ea typeface="Arial"/>
                <a:cs typeface="Arial"/>
              </a:defRPr>
            </a:pPr>
            <a:r>
              <a:rPr sz="1700">
                <a:solidFill>
                  <a:srgbClr val="F2F0EA"/>
                </a:solidFill>
                <a:latin typeface="Arial"/>
                <a:ea typeface="Arial"/>
                <a:cs typeface="Arial"/>
              </a:rPr>
              <a:t>O presente e «aqui» podem manter-se. Justifica as escolhas pelo momento e pelo lugar de quem relata.</a:t>
            </a:r>
          </a:p>
        </p:txBody>
      </p:sp>
    </p:spTree>
    <p:extLst>
      <p:ext uri="{BB962C8B-B14F-4D97-AF65-F5344CB8AC3E}">
        <p14:creationId xmlns:p14="http://schemas.microsoft.com/office/powerpoint/2010/main" val="98275551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11111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epi">
            <a:extLst xmlns:a="http://schemas.openxmlformats.org/drawingml/2006/main">
              <a:ext uri="{FF2B5EF4-FFF2-40B4-BE49-F238E27FC236}">
                <a16:creationId xmlns:a16="http://schemas.microsoft.com/office/drawing/2014/main" id="{1913F9FC-471E-4CC5-85F6-E3F15E9AE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37234" y="384048"/>
            <a:ext cx="731520" cy="365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r">
              <a:defRPr sz="1200" b="1">
                <a:solidFill>
                  <a:srgbClr val="A9A79F"/>
                </a:solidFill>
                <a:latin typeface="Arial"/>
                <a:ea typeface="Arial"/>
                <a:cs typeface="Arial"/>
              </a:defRPr>
            </a:defPPr>
            <a:lvl1pPr algn="r">
              <a:defRPr sz="1200" b="1">
                <a:solidFill>
                  <a:srgbClr val="A9A79F"/>
                </a:solidFill>
                <a:latin typeface="Arial"/>
                <a:ea typeface="Arial"/>
                <a:cs typeface="Arial"/>
              </a:defRPr>
            </a:lvl1pPr>
            <a:lvl2pPr algn="r">
              <a:defRPr sz="1200" b="1">
                <a:solidFill>
                  <a:srgbClr val="A9A79F"/>
                </a:solidFill>
                <a:latin typeface="Arial"/>
                <a:ea typeface="Arial"/>
                <a:cs typeface="Arial"/>
              </a:defRPr>
            </a:lvl2pPr>
            <a:lvl3pPr algn="r">
              <a:defRPr sz="1200" b="1">
                <a:solidFill>
                  <a:srgbClr val="A9A79F"/>
                </a:solidFill>
                <a:latin typeface="Arial"/>
                <a:ea typeface="Arial"/>
                <a:cs typeface="Arial"/>
              </a:defRPr>
            </a:lvl3pPr>
            <a:lvl4pPr algn="r">
              <a:defRPr sz="1200" b="1">
                <a:solidFill>
                  <a:srgbClr val="A9A79F"/>
                </a:solidFill>
                <a:latin typeface="Arial"/>
                <a:ea typeface="Arial"/>
                <a:cs typeface="Arial"/>
              </a:defRPr>
            </a:lvl4pPr>
            <a:lvl5pPr algn="r">
              <a:defRPr sz="1200" b="1">
                <a:solidFill>
                  <a:srgbClr val="A9A79F"/>
                </a:solidFill>
                <a:latin typeface="Arial"/>
                <a:ea typeface="Arial"/>
                <a:cs typeface="Arial"/>
              </a:defRPr>
            </a:lvl5pPr>
            <a:lvl6pPr algn="r">
              <a:defRPr sz="1200" b="1">
                <a:solidFill>
                  <a:srgbClr val="A9A79F"/>
                </a:solidFill>
                <a:latin typeface="Arial"/>
                <a:ea typeface="Arial"/>
                <a:cs typeface="Arial"/>
              </a:defRPr>
            </a:lvl6pPr>
            <a:lvl7pPr algn="r">
              <a:defRPr sz="1200" b="1">
                <a:solidFill>
                  <a:srgbClr val="A9A79F"/>
                </a:solidFill>
                <a:latin typeface="Arial"/>
                <a:ea typeface="Arial"/>
                <a:cs typeface="Arial"/>
              </a:defRPr>
            </a:lvl7pPr>
            <a:lvl8pPr algn="r">
              <a:defRPr sz="1200" b="1">
                <a:solidFill>
                  <a:srgbClr val="A9A79F"/>
                </a:solidFill>
                <a:latin typeface="Arial"/>
                <a:ea typeface="Arial"/>
                <a:cs typeface="Arial"/>
              </a:defRPr>
            </a:lvl8pPr>
            <a:lvl9pPr algn="r">
              <a:defRPr sz="1200" b="1">
                <a:solidFill>
                  <a:srgbClr val="A9A79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1200" b="1">
                <a:solidFill>
                  <a:srgbClr val="A9A79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A9A79F"/>
                </a:solidFill>
                <a:latin typeface="Arial"/>
                <a:ea typeface="Arial"/>
                <a:cs typeface="Arial"/>
              </a:rPr>
              <a:t>EPI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8C122080-6422-4D1D-868F-C0DA33755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57200"/>
            <a:ext cx="9631394" cy="365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100" b="1">
                <a:solidFill>
                  <a:srgbClr val="A9A79F"/>
                </a:solidFill>
                <a:latin typeface="Arial"/>
                <a:ea typeface="Arial"/>
                <a:cs typeface="Arial"/>
              </a:defRPr>
            </a:defPPr>
            <a:lvl1pPr>
              <a:defRPr sz="1100" b="1">
                <a:solidFill>
                  <a:srgbClr val="A9A79F"/>
                </a:solidFill>
                <a:latin typeface="Arial"/>
                <a:ea typeface="Arial"/>
                <a:cs typeface="Arial"/>
              </a:defRPr>
            </a:lvl1pPr>
            <a:lvl2pPr>
              <a:defRPr sz="1100" b="1">
                <a:solidFill>
                  <a:srgbClr val="A9A79F"/>
                </a:solidFill>
                <a:latin typeface="Arial"/>
                <a:ea typeface="Arial"/>
                <a:cs typeface="Arial"/>
              </a:defRPr>
            </a:lvl2pPr>
            <a:lvl3pPr>
              <a:defRPr sz="1100" b="1">
                <a:solidFill>
                  <a:srgbClr val="A9A79F"/>
                </a:solidFill>
                <a:latin typeface="Arial"/>
                <a:ea typeface="Arial"/>
                <a:cs typeface="Arial"/>
              </a:defRPr>
            </a:lvl3pPr>
            <a:lvl4pPr>
              <a:defRPr sz="1100" b="1">
                <a:solidFill>
                  <a:srgbClr val="A9A79F"/>
                </a:solidFill>
                <a:latin typeface="Arial"/>
                <a:ea typeface="Arial"/>
                <a:cs typeface="Arial"/>
              </a:defRPr>
            </a:lvl4pPr>
            <a:lvl5pPr>
              <a:defRPr sz="1100" b="1">
                <a:solidFill>
                  <a:srgbClr val="A9A79F"/>
                </a:solidFill>
                <a:latin typeface="Arial"/>
                <a:ea typeface="Arial"/>
                <a:cs typeface="Arial"/>
              </a:defRPr>
            </a:lvl5pPr>
            <a:lvl6pPr>
              <a:defRPr sz="1100" b="1">
                <a:solidFill>
                  <a:srgbClr val="A9A79F"/>
                </a:solidFill>
                <a:latin typeface="Arial"/>
                <a:ea typeface="Arial"/>
                <a:cs typeface="Arial"/>
              </a:defRPr>
            </a:lvl6pPr>
            <a:lvl7pPr>
              <a:defRPr sz="1100" b="1">
                <a:solidFill>
                  <a:srgbClr val="A9A79F"/>
                </a:solidFill>
                <a:latin typeface="Arial"/>
                <a:ea typeface="Arial"/>
                <a:cs typeface="Arial"/>
              </a:defRPr>
            </a:lvl7pPr>
            <a:lvl8pPr>
              <a:defRPr sz="1100" b="1">
                <a:solidFill>
                  <a:srgbClr val="A9A79F"/>
                </a:solidFill>
                <a:latin typeface="Arial"/>
                <a:ea typeface="Arial"/>
                <a:cs typeface="Arial"/>
              </a:defRPr>
            </a:lvl8pPr>
            <a:lvl9pPr>
              <a:defRPr sz="1100" b="1">
                <a:solidFill>
                  <a:srgbClr val="A9A79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100" b="1">
                <a:solidFill>
                  <a:srgbClr val="A9A79F"/>
                </a:solidFill>
                <a:latin typeface="Arial"/>
                <a:ea typeface="Arial"/>
                <a:cs typeface="Arial"/>
              </a:defRPr>
            </a:pPr>
            <a:r>
              <a:rPr sz="1100" b="1">
                <a:solidFill>
                  <a:srgbClr val="A9A79F"/>
                </a:solidFill>
                <a:latin typeface="Arial"/>
                <a:ea typeface="Arial"/>
                <a:cs typeface="Arial"/>
              </a:rPr>
              <a:t>NO CADERNO · 12 MINUTOS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1E854012-3E04-4459-8966-00C88AB46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188720"/>
            <a:ext cx="10546080" cy="822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4000">
                <a:solidFill>
                  <a:srgbClr val="F2F0EA"/>
                </a:solidFill>
                <a:latin typeface="Arial"/>
                <a:ea typeface="Arial"/>
                <a:cs typeface="Arial"/>
              </a:defRPr>
            </a:defPPr>
            <a:lvl1pPr>
              <a:defRPr sz="4000">
                <a:solidFill>
                  <a:srgbClr val="F2F0EA"/>
                </a:solidFill>
                <a:latin typeface="Arial"/>
                <a:ea typeface="Arial"/>
                <a:cs typeface="Arial"/>
              </a:defRPr>
            </a:lvl1pPr>
            <a:lvl2pPr>
              <a:defRPr sz="4000">
                <a:solidFill>
                  <a:srgbClr val="F2F0EA"/>
                </a:solidFill>
                <a:latin typeface="Arial"/>
                <a:ea typeface="Arial"/>
                <a:cs typeface="Arial"/>
              </a:defRPr>
            </a:lvl2pPr>
            <a:lvl3pPr>
              <a:defRPr sz="4000">
                <a:solidFill>
                  <a:srgbClr val="F2F0EA"/>
                </a:solidFill>
                <a:latin typeface="Arial"/>
                <a:ea typeface="Arial"/>
                <a:cs typeface="Arial"/>
              </a:defRPr>
            </a:lvl3pPr>
            <a:lvl4pPr>
              <a:defRPr sz="4000">
                <a:solidFill>
                  <a:srgbClr val="F2F0EA"/>
                </a:solidFill>
                <a:latin typeface="Arial"/>
                <a:ea typeface="Arial"/>
                <a:cs typeface="Arial"/>
              </a:defRPr>
            </a:lvl4pPr>
            <a:lvl5pPr>
              <a:defRPr sz="4000">
                <a:solidFill>
                  <a:srgbClr val="F2F0EA"/>
                </a:solidFill>
                <a:latin typeface="Arial"/>
                <a:ea typeface="Arial"/>
                <a:cs typeface="Arial"/>
              </a:defRPr>
            </a:lvl5pPr>
            <a:lvl6pPr>
              <a:defRPr sz="4000">
                <a:solidFill>
                  <a:srgbClr val="F2F0EA"/>
                </a:solidFill>
                <a:latin typeface="Arial"/>
                <a:ea typeface="Arial"/>
                <a:cs typeface="Arial"/>
              </a:defRPr>
            </a:lvl6pPr>
            <a:lvl7pPr>
              <a:defRPr sz="4000">
                <a:solidFill>
                  <a:srgbClr val="F2F0EA"/>
                </a:solidFill>
                <a:latin typeface="Arial"/>
                <a:ea typeface="Arial"/>
                <a:cs typeface="Arial"/>
              </a:defRPr>
            </a:lvl7pPr>
            <a:lvl8pPr>
              <a:defRPr sz="4000">
                <a:solidFill>
                  <a:srgbClr val="F2F0EA"/>
                </a:solidFill>
                <a:latin typeface="Arial"/>
                <a:ea typeface="Arial"/>
                <a:cs typeface="Arial"/>
              </a:defRPr>
            </a:lvl8pPr>
            <a:lvl9pPr>
              <a:defRPr sz="4000">
                <a:solidFill>
                  <a:srgbClr val="F2F0E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4000">
                <a:solidFill>
                  <a:srgbClr val="F2F0EA"/>
                </a:solidFill>
                <a:latin typeface="Arial"/>
                <a:ea typeface="Arial"/>
                <a:cs typeface="Arial"/>
              </a:defRPr>
            </a:pPr>
            <a:r>
              <a:rPr sz="4000">
                <a:solidFill>
                  <a:srgbClr val="F2F0EA"/>
                </a:solidFill>
                <a:latin typeface="Arial"/>
                <a:ea typeface="Arial"/>
                <a:cs typeface="Arial"/>
              </a:rPr>
              <a:t>Uma recusa, duas vozes</a:t>
            </a:r>
          </a:p>
        </p:txBody>
      </p:sp>
      <p:sp>
        <p:nvSpPr>
          <p:cNvPr id="4" name="footer">
            <a:extLst xmlns:a="http://schemas.openxmlformats.org/drawingml/2006/main">
              <a:ext uri="{FF2B5EF4-FFF2-40B4-BE49-F238E27FC236}">
                <a16:creationId xmlns:a16="http://schemas.microsoft.com/office/drawing/2014/main" id="{F197B37E-F33A-4B5E-A793-98226F586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6400800"/>
            <a:ext cx="9631394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000">
                <a:solidFill>
                  <a:srgbClr val="A9A79F"/>
                </a:solidFill>
                <a:latin typeface="Arial"/>
                <a:ea typeface="Arial"/>
                <a:cs typeface="Arial"/>
              </a:defRPr>
            </a:defPPr>
            <a:lvl1pPr>
              <a:defRPr sz="1000">
                <a:solidFill>
                  <a:srgbClr val="A9A79F"/>
                </a:solidFill>
                <a:latin typeface="Arial"/>
                <a:ea typeface="Arial"/>
                <a:cs typeface="Arial"/>
              </a:defRPr>
            </a:lvl1pPr>
            <a:lvl2pPr>
              <a:defRPr sz="1000">
                <a:solidFill>
                  <a:srgbClr val="A9A79F"/>
                </a:solidFill>
                <a:latin typeface="Arial"/>
                <a:ea typeface="Arial"/>
                <a:cs typeface="Arial"/>
              </a:defRPr>
            </a:lvl2pPr>
            <a:lvl3pPr>
              <a:defRPr sz="1000">
                <a:solidFill>
                  <a:srgbClr val="A9A79F"/>
                </a:solidFill>
                <a:latin typeface="Arial"/>
                <a:ea typeface="Arial"/>
                <a:cs typeface="Arial"/>
              </a:defRPr>
            </a:lvl3pPr>
            <a:lvl4pPr>
              <a:defRPr sz="1000">
                <a:solidFill>
                  <a:srgbClr val="A9A79F"/>
                </a:solidFill>
                <a:latin typeface="Arial"/>
                <a:ea typeface="Arial"/>
                <a:cs typeface="Arial"/>
              </a:defRPr>
            </a:lvl4pPr>
            <a:lvl5pPr>
              <a:defRPr sz="1000">
                <a:solidFill>
                  <a:srgbClr val="A9A79F"/>
                </a:solidFill>
                <a:latin typeface="Arial"/>
                <a:ea typeface="Arial"/>
                <a:cs typeface="Arial"/>
              </a:defRPr>
            </a:lvl5pPr>
            <a:lvl6pPr>
              <a:defRPr sz="1000">
                <a:solidFill>
                  <a:srgbClr val="A9A79F"/>
                </a:solidFill>
                <a:latin typeface="Arial"/>
                <a:ea typeface="Arial"/>
                <a:cs typeface="Arial"/>
              </a:defRPr>
            </a:lvl6pPr>
            <a:lvl7pPr>
              <a:defRPr sz="1000">
                <a:solidFill>
                  <a:srgbClr val="A9A79F"/>
                </a:solidFill>
                <a:latin typeface="Arial"/>
                <a:ea typeface="Arial"/>
                <a:cs typeface="Arial"/>
              </a:defRPr>
            </a:lvl7pPr>
            <a:lvl8pPr>
              <a:defRPr sz="1000">
                <a:solidFill>
                  <a:srgbClr val="A9A79F"/>
                </a:solidFill>
                <a:latin typeface="Arial"/>
                <a:ea typeface="Arial"/>
                <a:cs typeface="Arial"/>
              </a:defRPr>
            </a:lvl8pPr>
            <a:lvl9pPr>
              <a:defRPr sz="1000">
                <a:solidFill>
                  <a:srgbClr val="A9A79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000">
                <a:solidFill>
                  <a:srgbClr val="A9A79F"/>
                </a:solidFill>
                <a:latin typeface="Arial"/>
                <a:ea typeface="Arial"/>
                <a:cs typeface="Arial"/>
              </a:defRPr>
            </a:pPr>
            <a:r>
              <a:rPr sz="1000">
                <a:solidFill>
                  <a:srgbClr val="A9A79F"/>
                </a:solidFill>
                <a:latin typeface="Arial"/>
                <a:ea typeface="Arial"/>
                <a:cs typeface="Arial"/>
              </a:rPr>
              <a:t>Lição M5-F12, A voz que se infiltra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AA1D7B1B-99F1-49AE-ACF9-1A093C4DA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37234" y="6400800"/>
            <a:ext cx="73152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r">
              <a:defRPr sz="1000">
                <a:solidFill>
                  <a:srgbClr val="A9A79F"/>
                </a:solidFill>
                <a:latin typeface="Arial"/>
                <a:ea typeface="Arial"/>
                <a:cs typeface="Arial"/>
              </a:defRPr>
            </a:defPPr>
            <a:lvl1pPr algn="r">
              <a:defRPr sz="1000">
                <a:solidFill>
                  <a:srgbClr val="A9A79F"/>
                </a:solidFill>
                <a:latin typeface="Arial"/>
                <a:ea typeface="Arial"/>
                <a:cs typeface="Arial"/>
              </a:defRPr>
            </a:lvl1pPr>
            <a:lvl2pPr algn="r">
              <a:defRPr sz="1000">
                <a:solidFill>
                  <a:srgbClr val="A9A79F"/>
                </a:solidFill>
                <a:latin typeface="Arial"/>
                <a:ea typeface="Arial"/>
                <a:cs typeface="Arial"/>
              </a:defRPr>
            </a:lvl2pPr>
            <a:lvl3pPr algn="r">
              <a:defRPr sz="1000">
                <a:solidFill>
                  <a:srgbClr val="A9A79F"/>
                </a:solidFill>
                <a:latin typeface="Arial"/>
                <a:ea typeface="Arial"/>
                <a:cs typeface="Arial"/>
              </a:defRPr>
            </a:lvl3pPr>
            <a:lvl4pPr algn="r">
              <a:defRPr sz="1000">
                <a:solidFill>
                  <a:srgbClr val="A9A79F"/>
                </a:solidFill>
                <a:latin typeface="Arial"/>
                <a:ea typeface="Arial"/>
                <a:cs typeface="Arial"/>
              </a:defRPr>
            </a:lvl4pPr>
            <a:lvl5pPr algn="r">
              <a:defRPr sz="1000">
                <a:solidFill>
                  <a:srgbClr val="A9A79F"/>
                </a:solidFill>
                <a:latin typeface="Arial"/>
                <a:ea typeface="Arial"/>
                <a:cs typeface="Arial"/>
              </a:defRPr>
            </a:lvl5pPr>
            <a:lvl6pPr algn="r">
              <a:defRPr sz="1000">
                <a:solidFill>
                  <a:srgbClr val="A9A79F"/>
                </a:solidFill>
                <a:latin typeface="Arial"/>
                <a:ea typeface="Arial"/>
                <a:cs typeface="Arial"/>
              </a:defRPr>
            </a:lvl6pPr>
            <a:lvl7pPr algn="r">
              <a:defRPr sz="1000">
                <a:solidFill>
                  <a:srgbClr val="A9A79F"/>
                </a:solidFill>
                <a:latin typeface="Arial"/>
                <a:ea typeface="Arial"/>
                <a:cs typeface="Arial"/>
              </a:defRPr>
            </a:lvl7pPr>
            <a:lvl8pPr algn="r">
              <a:defRPr sz="1000">
                <a:solidFill>
                  <a:srgbClr val="A9A79F"/>
                </a:solidFill>
                <a:latin typeface="Arial"/>
                <a:ea typeface="Arial"/>
                <a:cs typeface="Arial"/>
              </a:defRPr>
            </a:lvl8pPr>
            <a:lvl9pPr algn="r">
              <a:defRPr sz="1000">
                <a:solidFill>
                  <a:srgbClr val="A9A79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1000">
                <a:solidFill>
                  <a:srgbClr val="A9A79F"/>
                </a:solidFill>
                <a:latin typeface="Arial"/>
                <a:ea typeface="Arial"/>
                <a:cs typeface="Arial"/>
              </a:defRPr>
            </a:pPr>
            <a:r>
              <a:rPr sz="1000">
                <a:solidFill>
                  <a:srgbClr val="A9A79F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6" name="task">
            <a:extLst xmlns:a="http://schemas.openxmlformats.org/drawingml/2006/main">
              <a:ext uri="{FF2B5EF4-FFF2-40B4-BE49-F238E27FC236}">
                <a16:creationId xmlns:a16="http://schemas.microsoft.com/office/drawing/2014/main" id="{F798CAE8-B01B-4D41-BEBB-4EA01B8D3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209800"/>
            <a:ext cx="10546080" cy="3095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400">
                <a:solidFill>
                  <a:srgbClr val="F2F0EA"/>
                </a:solidFill>
                <a:latin typeface="Arial"/>
                <a:ea typeface="Arial"/>
                <a:cs typeface="Arial"/>
              </a:defRPr>
            </a:defPPr>
            <a:lvl1pPr>
              <a:defRPr sz="2400">
                <a:solidFill>
                  <a:srgbClr val="F2F0EA"/>
                </a:solidFill>
                <a:latin typeface="Arial"/>
                <a:ea typeface="Arial"/>
                <a:cs typeface="Arial"/>
              </a:defRPr>
            </a:lvl1pPr>
            <a:lvl2pPr>
              <a:defRPr sz="2400">
                <a:solidFill>
                  <a:srgbClr val="F2F0EA"/>
                </a:solidFill>
                <a:latin typeface="Arial"/>
                <a:ea typeface="Arial"/>
                <a:cs typeface="Arial"/>
              </a:defRPr>
            </a:lvl2pPr>
            <a:lvl3pPr>
              <a:defRPr sz="2400">
                <a:solidFill>
                  <a:srgbClr val="F2F0EA"/>
                </a:solidFill>
                <a:latin typeface="Arial"/>
                <a:ea typeface="Arial"/>
                <a:cs typeface="Arial"/>
              </a:defRPr>
            </a:lvl3pPr>
            <a:lvl4pPr>
              <a:defRPr sz="2400">
                <a:solidFill>
                  <a:srgbClr val="F2F0EA"/>
                </a:solidFill>
                <a:latin typeface="Arial"/>
                <a:ea typeface="Arial"/>
                <a:cs typeface="Arial"/>
              </a:defRPr>
            </a:lvl4pPr>
            <a:lvl5pPr>
              <a:defRPr sz="2400">
                <a:solidFill>
                  <a:srgbClr val="F2F0EA"/>
                </a:solidFill>
                <a:latin typeface="Arial"/>
                <a:ea typeface="Arial"/>
                <a:cs typeface="Arial"/>
              </a:defRPr>
            </a:lvl5pPr>
            <a:lvl6pPr>
              <a:defRPr sz="2400">
                <a:solidFill>
                  <a:srgbClr val="F2F0EA"/>
                </a:solidFill>
                <a:latin typeface="Arial"/>
                <a:ea typeface="Arial"/>
                <a:cs typeface="Arial"/>
              </a:defRPr>
            </a:lvl6pPr>
            <a:lvl7pPr>
              <a:defRPr sz="2400">
                <a:solidFill>
                  <a:srgbClr val="F2F0EA"/>
                </a:solidFill>
                <a:latin typeface="Arial"/>
                <a:ea typeface="Arial"/>
                <a:cs typeface="Arial"/>
              </a:defRPr>
            </a:lvl7pPr>
            <a:lvl8pPr>
              <a:defRPr sz="2400">
                <a:solidFill>
                  <a:srgbClr val="F2F0EA"/>
                </a:solidFill>
                <a:latin typeface="Arial"/>
                <a:ea typeface="Arial"/>
                <a:cs typeface="Arial"/>
              </a:defRPr>
            </a:lvl8pPr>
            <a:lvl9pPr>
              <a:defRPr sz="2400">
                <a:solidFill>
                  <a:srgbClr val="F2F0E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400">
                <a:solidFill>
                  <a:srgbClr val="F2F0EA"/>
                </a:solidFill>
                <a:latin typeface="Arial"/>
                <a:ea typeface="Arial"/>
                <a:cs typeface="Arial"/>
              </a:defRPr>
            </a:pPr>
            <a:r>
              <a:rPr sz="2400">
                <a:solidFill>
                  <a:srgbClr val="F2F0EA"/>
                </a:solidFill>
                <a:latin typeface="Arial"/>
                <a:ea typeface="Arial"/>
                <a:cs typeface="Arial"/>
              </a:rPr>
              <a:t>João diz: «Não entrego isto hoje!»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400">
                <a:solidFill>
                  <a:srgbClr val="F2F0EA"/>
                </a:solidFill>
                <a:latin typeface="Arial"/>
                <a:ea typeface="Arial"/>
                <a:cs typeface="Arial"/>
              </a:defRPr>
            </a:pPr>
            <a:r>
              <a:rPr sz="2400">
                <a:solidFill>
                  <a:srgbClr val="F2F0EA"/>
                </a:solidFill>
                <a:latin typeface="Arial"/>
                <a:ea typeface="Arial"/>
                <a:cs typeface="Arial"/>
              </a:rPr>
              <a:t>No dia seguinte, noutra sala e sem o trabalho à vista, um colega relata a recusa.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400">
                <a:solidFill>
                  <a:srgbClr val="F2F0EA"/>
                </a:solidFill>
                <a:latin typeface="Arial"/>
                <a:ea typeface="Arial"/>
                <a:cs typeface="Arial"/>
              </a:defRPr>
            </a:pPr>
            <a:r>
              <a:rPr sz="2400">
                <a:solidFill>
                  <a:srgbClr val="F2F0EA"/>
                </a:solidFill>
                <a:latin typeface="Arial"/>
                <a:ea typeface="Arial"/>
                <a:cs typeface="Arial"/>
              </a:rPr>
              <a:t>Escreve uma versão em discurso indireto. Depois cria uma narração breve em indireto livre que conserve a reação de João.</a:t>
            </a:r>
          </a:p>
        </p:txBody>
      </p:sp>
      <p:sp>
        <p:nvSpPr>
          <p:cNvPr id="7" name="review">
            <a:extLst xmlns:a="http://schemas.openxmlformats.org/drawingml/2006/main">
              <a:ext uri="{FF2B5EF4-FFF2-40B4-BE49-F238E27FC236}">
                <a16:creationId xmlns:a16="http://schemas.microsoft.com/office/drawing/2014/main" id="{33D74F60-A19E-455A-8D5D-9ED7DCCA9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505450"/>
            <a:ext cx="1054608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00">
                <a:solidFill>
                  <a:srgbClr val="F2F0EA"/>
                </a:solidFill>
                <a:latin typeface="Arial"/>
                <a:ea typeface="Arial"/>
                <a:cs typeface="Arial"/>
              </a:defRPr>
            </a:defPPr>
            <a:lvl1pPr>
              <a:defRPr sz="1800">
                <a:solidFill>
                  <a:srgbClr val="F2F0EA"/>
                </a:solidFill>
                <a:latin typeface="Arial"/>
                <a:ea typeface="Arial"/>
                <a:cs typeface="Arial"/>
              </a:defRPr>
            </a:lvl1pPr>
            <a:lvl2pPr>
              <a:defRPr sz="1800">
                <a:solidFill>
                  <a:srgbClr val="F2F0EA"/>
                </a:solidFill>
                <a:latin typeface="Arial"/>
                <a:ea typeface="Arial"/>
                <a:cs typeface="Arial"/>
              </a:defRPr>
            </a:lvl2pPr>
            <a:lvl3pPr>
              <a:defRPr sz="1800">
                <a:solidFill>
                  <a:srgbClr val="F2F0EA"/>
                </a:solidFill>
                <a:latin typeface="Arial"/>
                <a:ea typeface="Arial"/>
                <a:cs typeface="Arial"/>
              </a:defRPr>
            </a:lvl3pPr>
            <a:lvl4pPr>
              <a:defRPr sz="1800">
                <a:solidFill>
                  <a:srgbClr val="F2F0EA"/>
                </a:solidFill>
                <a:latin typeface="Arial"/>
                <a:ea typeface="Arial"/>
                <a:cs typeface="Arial"/>
              </a:defRPr>
            </a:lvl4pPr>
            <a:lvl5pPr>
              <a:defRPr sz="1800">
                <a:solidFill>
                  <a:srgbClr val="F2F0EA"/>
                </a:solidFill>
                <a:latin typeface="Arial"/>
                <a:ea typeface="Arial"/>
                <a:cs typeface="Arial"/>
              </a:defRPr>
            </a:lvl5pPr>
            <a:lvl6pPr>
              <a:defRPr sz="1800">
                <a:solidFill>
                  <a:srgbClr val="F2F0EA"/>
                </a:solidFill>
                <a:latin typeface="Arial"/>
                <a:ea typeface="Arial"/>
                <a:cs typeface="Arial"/>
              </a:defRPr>
            </a:lvl6pPr>
            <a:lvl7pPr>
              <a:defRPr sz="1800">
                <a:solidFill>
                  <a:srgbClr val="F2F0EA"/>
                </a:solidFill>
                <a:latin typeface="Arial"/>
                <a:ea typeface="Arial"/>
                <a:cs typeface="Arial"/>
              </a:defRPr>
            </a:lvl7pPr>
            <a:lvl8pPr>
              <a:defRPr sz="1800">
                <a:solidFill>
                  <a:srgbClr val="F2F0EA"/>
                </a:solidFill>
                <a:latin typeface="Arial"/>
                <a:ea typeface="Arial"/>
                <a:cs typeface="Arial"/>
              </a:defRPr>
            </a:lvl8pPr>
            <a:lvl9pPr>
              <a:defRPr sz="1800">
                <a:solidFill>
                  <a:srgbClr val="F2F0E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>
                <a:solidFill>
                  <a:srgbClr val="F2F0EA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F2F0EA"/>
                </a:solidFill>
                <a:latin typeface="Arial"/>
                <a:ea typeface="Arial"/>
                <a:cs typeface="Arial"/>
              </a:rPr>
              <a:t>Sublinha duas escolhas e explica-as. Que referências conservaste? De quem é a reação na segunda versão?</a:t>
            </a:r>
          </a:p>
        </p:txBody>
      </p:sp>
    </p:spTree>
    <p:extLst>
      <p:ext uri="{BB962C8B-B14F-4D97-AF65-F5344CB8AC3E}">
        <p14:creationId xmlns:p14="http://schemas.microsoft.com/office/powerpoint/2010/main" val="180020132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11111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epi">
            <a:extLst xmlns:a="http://schemas.openxmlformats.org/drawingml/2006/main">
              <a:ext uri="{FF2B5EF4-FFF2-40B4-BE49-F238E27FC236}">
                <a16:creationId xmlns:a16="http://schemas.microsoft.com/office/drawing/2014/main" id="{B32D384C-A976-4D36-8F47-61B43D8A7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37234" y="384048"/>
            <a:ext cx="731520" cy="365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r">
              <a:defRPr sz="1200" b="1">
                <a:solidFill>
                  <a:srgbClr val="A9A79F"/>
                </a:solidFill>
                <a:latin typeface="Arial"/>
                <a:ea typeface="Arial"/>
                <a:cs typeface="Arial"/>
              </a:defRPr>
            </a:defPPr>
            <a:lvl1pPr algn="r">
              <a:defRPr sz="1200" b="1">
                <a:solidFill>
                  <a:srgbClr val="A9A79F"/>
                </a:solidFill>
                <a:latin typeface="Arial"/>
                <a:ea typeface="Arial"/>
                <a:cs typeface="Arial"/>
              </a:defRPr>
            </a:lvl1pPr>
            <a:lvl2pPr algn="r">
              <a:defRPr sz="1200" b="1">
                <a:solidFill>
                  <a:srgbClr val="A9A79F"/>
                </a:solidFill>
                <a:latin typeface="Arial"/>
                <a:ea typeface="Arial"/>
                <a:cs typeface="Arial"/>
              </a:defRPr>
            </a:lvl2pPr>
            <a:lvl3pPr algn="r">
              <a:defRPr sz="1200" b="1">
                <a:solidFill>
                  <a:srgbClr val="A9A79F"/>
                </a:solidFill>
                <a:latin typeface="Arial"/>
                <a:ea typeface="Arial"/>
                <a:cs typeface="Arial"/>
              </a:defRPr>
            </a:lvl3pPr>
            <a:lvl4pPr algn="r">
              <a:defRPr sz="1200" b="1">
                <a:solidFill>
                  <a:srgbClr val="A9A79F"/>
                </a:solidFill>
                <a:latin typeface="Arial"/>
                <a:ea typeface="Arial"/>
                <a:cs typeface="Arial"/>
              </a:defRPr>
            </a:lvl4pPr>
            <a:lvl5pPr algn="r">
              <a:defRPr sz="1200" b="1">
                <a:solidFill>
                  <a:srgbClr val="A9A79F"/>
                </a:solidFill>
                <a:latin typeface="Arial"/>
                <a:ea typeface="Arial"/>
                <a:cs typeface="Arial"/>
              </a:defRPr>
            </a:lvl5pPr>
            <a:lvl6pPr algn="r">
              <a:defRPr sz="1200" b="1">
                <a:solidFill>
                  <a:srgbClr val="A9A79F"/>
                </a:solidFill>
                <a:latin typeface="Arial"/>
                <a:ea typeface="Arial"/>
                <a:cs typeface="Arial"/>
              </a:defRPr>
            </a:lvl6pPr>
            <a:lvl7pPr algn="r">
              <a:defRPr sz="1200" b="1">
                <a:solidFill>
                  <a:srgbClr val="A9A79F"/>
                </a:solidFill>
                <a:latin typeface="Arial"/>
                <a:ea typeface="Arial"/>
                <a:cs typeface="Arial"/>
              </a:defRPr>
            </a:lvl7pPr>
            <a:lvl8pPr algn="r">
              <a:defRPr sz="1200" b="1">
                <a:solidFill>
                  <a:srgbClr val="A9A79F"/>
                </a:solidFill>
                <a:latin typeface="Arial"/>
                <a:ea typeface="Arial"/>
                <a:cs typeface="Arial"/>
              </a:defRPr>
            </a:lvl8pPr>
            <a:lvl9pPr algn="r">
              <a:defRPr sz="1200" b="1">
                <a:solidFill>
                  <a:srgbClr val="A9A79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1200" b="1">
                <a:solidFill>
                  <a:srgbClr val="A9A79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A9A79F"/>
                </a:solidFill>
                <a:latin typeface="Arial"/>
                <a:ea typeface="Arial"/>
                <a:cs typeface="Arial"/>
              </a:rPr>
              <a:t>EPI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CE62BDB3-7CE3-4355-913B-9CA1C68E9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57200"/>
            <a:ext cx="9631394" cy="365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100" b="1">
                <a:solidFill>
                  <a:srgbClr val="A9A79F"/>
                </a:solidFill>
                <a:latin typeface="Arial"/>
                <a:ea typeface="Arial"/>
                <a:cs typeface="Arial"/>
              </a:defRPr>
            </a:defPPr>
            <a:lvl1pPr>
              <a:defRPr sz="1100" b="1">
                <a:solidFill>
                  <a:srgbClr val="A9A79F"/>
                </a:solidFill>
                <a:latin typeface="Arial"/>
                <a:ea typeface="Arial"/>
                <a:cs typeface="Arial"/>
              </a:defRPr>
            </a:lvl1pPr>
            <a:lvl2pPr>
              <a:defRPr sz="1100" b="1">
                <a:solidFill>
                  <a:srgbClr val="A9A79F"/>
                </a:solidFill>
                <a:latin typeface="Arial"/>
                <a:ea typeface="Arial"/>
                <a:cs typeface="Arial"/>
              </a:defRPr>
            </a:lvl2pPr>
            <a:lvl3pPr>
              <a:defRPr sz="1100" b="1">
                <a:solidFill>
                  <a:srgbClr val="A9A79F"/>
                </a:solidFill>
                <a:latin typeface="Arial"/>
                <a:ea typeface="Arial"/>
                <a:cs typeface="Arial"/>
              </a:defRPr>
            </a:lvl3pPr>
            <a:lvl4pPr>
              <a:defRPr sz="1100" b="1">
                <a:solidFill>
                  <a:srgbClr val="A9A79F"/>
                </a:solidFill>
                <a:latin typeface="Arial"/>
                <a:ea typeface="Arial"/>
                <a:cs typeface="Arial"/>
              </a:defRPr>
            </a:lvl4pPr>
            <a:lvl5pPr>
              <a:defRPr sz="1100" b="1">
                <a:solidFill>
                  <a:srgbClr val="A9A79F"/>
                </a:solidFill>
                <a:latin typeface="Arial"/>
                <a:ea typeface="Arial"/>
                <a:cs typeface="Arial"/>
              </a:defRPr>
            </a:lvl5pPr>
            <a:lvl6pPr>
              <a:defRPr sz="1100" b="1">
                <a:solidFill>
                  <a:srgbClr val="A9A79F"/>
                </a:solidFill>
                <a:latin typeface="Arial"/>
                <a:ea typeface="Arial"/>
                <a:cs typeface="Arial"/>
              </a:defRPr>
            </a:lvl6pPr>
            <a:lvl7pPr>
              <a:defRPr sz="1100" b="1">
                <a:solidFill>
                  <a:srgbClr val="A9A79F"/>
                </a:solidFill>
                <a:latin typeface="Arial"/>
                <a:ea typeface="Arial"/>
                <a:cs typeface="Arial"/>
              </a:defRPr>
            </a:lvl7pPr>
            <a:lvl8pPr>
              <a:defRPr sz="1100" b="1">
                <a:solidFill>
                  <a:srgbClr val="A9A79F"/>
                </a:solidFill>
                <a:latin typeface="Arial"/>
                <a:ea typeface="Arial"/>
                <a:cs typeface="Arial"/>
              </a:defRPr>
            </a:lvl8pPr>
            <a:lvl9pPr>
              <a:defRPr sz="1100" b="1">
                <a:solidFill>
                  <a:srgbClr val="A9A79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100" b="1">
                <a:solidFill>
                  <a:srgbClr val="A9A79F"/>
                </a:solidFill>
                <a:latin typeface="Arial"/>
                <a:ea typeface="Arial"/>
                <a:cs typeface="Arial"/>
              </a:defRPr>
            </a:pPr>
            <a:r>
              <a:rPr sz="1100" b="1">
                <a:solidFill>
                  <a:srgbClr val="A9A79F"/>
                </a:solidFill>
                <a:latin typeface="Arial"/>
                <a:ea typeface="Arial"/>
                <a:cs typeface="Arial"/>
              </a:rPr>
              <a:t>CORREÇÃO · 5 MINUTOS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3C03B66-BDC7-4580-898B-3BACAF6A9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188720"/>
            <a:ext cx="10546080" cy="822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4000">
                <a:solidFill>
                  <a:srgbClr val="F2F0EA"/>
                </a:solidFill>
                <a:latin typeface="Arial"/>
                <a:ea typeface="Arial"/>
                <a:cs typeface="Arial"/>
              </a:defRPr>
            </a:defPPr>
            <a:lvl1pPr>
              <a:defRPr sz="4000">
                <a:solidFill>
                  <a:srgbClr val="F2F0EA"/>
                </a:solidFill>
                <a:latin typeface="Arial"/>
                <a:ea typeface="Arial"/>
                <a:cs typeface="Arial"/>
              </a:defRPr>
            </a:lvl1pPr>
            <a:lvl2pPr>
              <a:defRPr sz="4000">
                <a:solidFill>
                  <a:srgbClr val="F2F0EA"/>
                </a:solidFill>
                <a:latin typeface="Arial"/>
                <a:ea typeface="Arial"/>
                <a:cs typeface="Arial"/>
              </a:defRPr>
            </a:lvl2pPr>
            <a:lvl3pPr>
              <a:defRPr sz="4000">
                <a:solidFill>
                  <a:srgbClr val="F2F0EA"/>
                </a:solidFill>
                <a:latin typeface="Arial"/>
                <a:ea typeface="Arial"/>
                <a:cs typeface="Arial"/>
              </a:defRPr>
            </a:lvl3pPr>
            <a:lvl4pPr>
              <a:defRPr sz="4000">
                <a:solidFill>
                  <a:srgbClr val="F2F0EA"/>
                </a:solidFill>
                <a:latin typeface="Arial"/>
                <a:ea typeface="Arial"/>
                <a:cs typeface="Arial"/>
              </a:defRPr>
            </a:lvl4pPr>
            <a:lvl5pPr>
              <a:defRPr sz="4000">
                <a:solidFill>
                  <a:srgbClr val="F2F0EA"/>
                </a:solidFill>
                <a:latin typeface="Arial"/>
                <a:ea typeface="Arial"/>
                <a:cs typeface="Arial"/>
              </a:defRPr>
            </a:lvl5pPr>
            <a:lvl6pPr>
              <a:defRPr sz="4000">
                <a:solidFill>
                  <a:srgbClr val="F2F0EA"/>
                </a:solidFill>
                <a:latin typeface="Arial"/>
                <a:ea typeface="Arial"/>
                <a:cs typeface="Arial"/>
              </a:defRPr>
            </a:lvl6pPr>
            <a:lvl7pPr>
              <a:defRPr sz="4000">
                <a:solidFill>
                  <a:srgbClr val="F2F0EA"/>
                </a:solidFill>
                <a:latin typeface="Arial"/>
                <a:ea typeface="Arial"/>
                <a:cs typeface="Arial"/>
              </a:defRPr>
            </a:lvl7pPr>
            <a:lvl8pPr>
              <a:defRPr sz="4000">
                <a:solidFill>
                  <a:srgbClr val="F2F0EA"/>
                </a:solidFill>
                <a:latin typeface="Arial"/>
                <a:ea typeface="Arial"/>
                <a:cs typeface="Arial"/>
              </a:defRPr>
            </a:lvl8pPr>
            <a:lvl9pPr>
              <a:defRPr sz="4000">
                <a:solidFill>
                  <a:srgbClr val="F2F0E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4000">
                <a:solidFill>
                  <a:srgbClr val="F2F0EA"/>
                </a:solidFill>
                <a:latin typeface="Arial"/>
                <a:ea typeface="Arial"/>
                <a:cs typeface="Arial"/>
              </a:defRPr>
            </a:pPr>
            <a:r>
              <a:rPr sz="4000">
                <a:solidFill>
                  <a:srgbClr val="F2F0EA"/>
                </a:solidFill>
                <a:latin typeface="Arial"/>
                <a:ea typeface="Arial"/>
                <a:cs typeface="Arial"/>
              </a:rPr>
              <a:t>Duas versões possíveis</a:t>
            </a:r>
          </a:p>
        </p:txBody>
      </p:sp>
      <p:sp>
        <p:nvSpPr>
          <p:cNvPr id="4" name="footer">
            <a:extLst xmlns:a="http://schemas.openxmlformats.org/drawingml/2006/main">
              <a:ext uri="{FF2B5EF4-FFF2-40B4-BE49-F238E27FC236}">
                <a16:creationId xmlns:a16="http://schemas.microsoft.com/office/drawing/2014/main" id="{4C9C4B8C-F864-4D51-869D-E0077DA28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6400800"/>
            <a:ext cx="9631394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000">
                <a:solidFill>
                  <a:srgbClr val="A9A79F"/>
                </a:solidFill>
                <a:latin typeface="Arial"/>
                <a:ea typeface="Arial"/>
                <a:cs typeface="Arial"/>
              </a:defRPr>
            </a:defPPr>
            <a:lvl1pPr>
              <a:defRPr sz="1000">
                <a:solidFill>
                  <a:srgbClr val="A9A79F"/>
                </a:solidFill>
                <a:latin typeface="Arial"/>
                <a:ea typeface="Arial"/>
                <a:cs typeface="Arial"/>
              </a:defRPr>
            </a:lvl1pPr>
            <a:lvl2pPr>
              <a:defRPr sz="1000">
                <a:solidFill>
                  <a:srgbClr val="A9A79F"/>
                </a:solidFill>
                <a:latin typeface="Arial"/>
                <a:ea typeface="Arial"/>
                <a:cs typeface="Arial"/>
              </a:defRPr>
            </a:lvl2pPr>
            <a:lvl3pPr>
              <a:defRPr sz="1000">
                <a:solidFill>
                  <a:srgbClr val="A9A79F"/>
                </a:solidFill>
                <a:latin typeface="Arial"/>
                <a:ea typeface="Arial"/>
                <a:cs typeface="Arial"/>
              </a:defRPr>
            </a:lvl3pPr>
            <a:lvl4pPr>
              <a:defRPr sz="1000">
                <a:solidFill>
                  <a:srgbClr val="A9A79F"/>
                </a:solidFill>
                <a:latin typeface="Arial"/>
                <a:ea typeface="Arial"/>
                <a:cs typeface="Arial"/>
              </a:defRPr>
            </a:lvl4pPr>
            <a:lvl5pPr>
              <a:defRPr sz="1000">
                <a:solidFill>
                  <a:srgbClr val="A9A79F"/>
                </a:solidFill>
                <a:latin typeface="Arial"/>
                <a:ea typeface="Arial"/>
                <a:cs typeface="Arial"/>
              </a:defRPr>
            </a:lvl5pPr>
            <a:lvl6pPr>
              <a:defRPr sz="1000">
                <a:solidFill>
                  <a:srgbClr val="A9A79F"/>
                </a:solidFill>
                <a:latin typeface="Arial"/>
                <a:ea typeface="Arial"/>
                <a:cs typeface="Arial"/>
              </a:defRPr>
            </a:lvl6pPr>
            <a:lvl7pPr>
              <a:defRPr sz="1000">
                <a:solidFill>
                  <a:srgbClr val="A9A79F"/>
                </a:solidFill>
                <a:latin typeface="Arial"/>
                <a:ea typeface="Arial"/>
                <a:cs typeface="Arial"/>
              </a:defRPr>
            </a:lvl7pPr>
            <a:lvl8pPr>
              <a:defRPr sz="1000">
                <a:solidFill>
                  <a:srgbClr val="A9A79F"/>
                </a:solidFill>
                <a:latin typeface="Arial"/>
                <a:ea typeface="Arial"/>
                <a:cs typeface="Arial"/>
              </a:defRPr>
            </a:lvl8pPr>
            <a:lvl9pPr>
              <a:defRPr sz="1000">
                <a:solidFill>
                  <a:srgbClr val="A9A79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000">
                <a:solidFill>
                  <a:srgbClr val="A9A79F"/>
                </a:solidFill>
                <a:latin typeface="Arial"/>
                <a:ea typeface="Arial"/>
                <a:cs typeface="Arial"/>
              </a:defRPr>
            </a:pPr>
            <a:r>
              <a:rPr sz="1000">
                <a:solidFill>
                  <a:srgbClr val="A9A79F"/>
                </a:solidFill>
                <a:latin typeface="Arial"/>
                <a:ea typeface="Arial"/>
                <a:cs typeface="Arial"/>
              </a:rPr>
              <a:t>Lição M5-F12, A voz que se infiltra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3677E409-ACC9-4408-9585-911058382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37234" y="6400800"/>
            <a:ext cx="73152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r">
              <a:defRPr sz="1000">
                <a:solidFill>
                  <a:srgbClr val="A9A79F"/>
                </a:solidFill>
                <a:latin typeface="Arial"/>
                <a:ea typeface="Arial"/>
                <a:cs typeface="Arial"/>
              </a:defRPr>
            </a:defPPr>
            <a:lvl1pPr algn="r">
              <a:defRPr sz="1000">
                <a:solidFill>
                  <a:srgbClr val="A9A79F"/>
                </a:solidFill>
                <a:latin typeface="Arial"/>
                <a:ea typeface="Arial"/>
                <a:cs typeface="Arial"/>
              </a:defRPr>
            </a:lvl1pPr>
            <a:lvl2pPr algn="r">
              <a:defRPr sz="1000">
                <a:solidFill>
                  <a:srgbClr val="A9A79F"/>
                </a:solidFill>
                <a:latin typeface="Arial"/>
                <a:ea typeface="Arial"/>
                <a:cs typeface="Arial"/>
              </a:defRPr>
            </a:lvl2pPr>
            <a:lvl3pPr algn="r">
              <a:defRPr sz="1000">
                <a:solidFill>
                  <a:srgbClr val="A9A79F"/>
                </a:solidFill>
                <a:latin typeface="Arial"/>
                <a:ea typeface="Arial"/>
                <a:cs typeface="Arial"/>
              </a:defRPr>
            </a:lvl3pPr>
            <a:lvl4pPr algn="r">
              <a:defRPr sz="1000">
                <a:solidFill>
                  <a:srgbClr val="A9A79F"/>
                </a:solidFill>
                <a:latin typeface="Arial"/>
                <a:ea typeface="Arial"/>
                <a:cs typeface="Arial"/>
              </a:defRPr>
            </a:lvl4pPr>
            <a:lvl5pPr algn="r">
              <a:defRPr sz="1000">
                <a:solidFill>
                  <a:srgbClr val="A9A79F"/>
                </a:solidFill>
                <a:latin typeface="Arial"/>
                <a:ea typeface="Arial"/>
                <a:cs typeface="Arial"/>
              </a:defRPr>
            </a:lvl5pPr>
            <a:lvl6pPr algn="r">
              <a:defRPr sz="1000">
                <a:solidFill>
                  <a:srgbClr val="A9A79F"/>
                </a:solidFill>
                <a:latin typeface="Arial"/>
                <a:ea typeface="Arial"/>
                <a:cs typeface="Arial"/>
              </a:defRPr>
            </a:lvl6pPr>
            <a:lvl7pPr algn="r">
              <a:defRPr sz="1000">
                <a:solidFill>
                  <a:srgbClr val="A9A79F"/>
                </a:solidFill>
                <a:latin typeface="Arial"/>
                <a:ea typeface="Arial"/>
                <a:cs typeface="Arial"/>
              </a:defRPr>
            </a:lvl7pPr>
            <a:lvl8pPr algn="r">
              <a:defRPr sz="1000">
                <a:solidFill>
                  <a:srgbClr val="A9A79F"/>
                </a:solidFill>
                <a:latin typeface="Arial"/>
                <a:ea typeface="Arial"/>
                <a:cs typeface="Arial"/>
              </a:defRPr>
            </a:lvl8pPr>
            <a:lvl9pPr algn="r">
              <a:defRPr sz="1000">
                <a:solidFill>
                  <a:srgbClr val="A9A79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1000">
                <a:solidFill>
                  <a:srgbClr val="A9A79F"/>
                </a:solidFill>
                <a:latin typeface="Arial"/>
                <a:ea typeface="Arial"/>
                <a:cs typeface="Arial"/>
              </a:defRPr>
            </a:pPr>
            <a:r>
              <a:rPr sz="1000">
                <a:solidFill>
                  <a:srgbClr val="A9A79F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6" name="versions">
            <a:extLst xmlns:a="http://schemas.openxmlformats.org/drawingml/2006/main">
              <a:ext uri="{FF2B5EF4-FFF2-40B4-BE49-F238E27FC236}">
                <a16:creationId xmlns:a16="http://schemas.microsoft.com/office/drawing/2014/main" id="{5995E9BD-5DE9-4F23-A06A-BD8A52B44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238375"/>
            <a:ext cx="1054608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500">
                <a:solidFill>
                  <a:srgbClr val="F2F0EA"/>
                </a:solidFill>
                <a:latin typeface="Georgia"/>
                <a:ea typeface="Georgia"/>
                <a:cs typeface="Georgia"/>
              </a:defRPr>
            </a:defPPr>
            <a:lvl1pPr>
              <a:defRPr sz="2500">
                <a:solidFill>
                  <a:srgbClr val="F2F0EA"/>
                </a:solidFill>
                <a:latin typeface="Georgia"/>
                <a:ea typeface="Georgia"/>
                <a:cs typeface="Georgia"/>
              </a:defRPr>
            </a:lvl1pPr>
            <a:lvl2pPr>
              <a:defRPr sz="2500">
                <a:solidFill>
                  <a:srgbClr val="F2F0EA"/>
                </a:solidFill>
                <a:latin typeface="Georgia"/>
                <a:ea typeface="Georgia"/>
                <a:cs typeface="Georgia"/>
              </a:defRPr>
            </a:lvl2pPr>
            <a:lvl3pPr>
              <a:defRPr sz="2500">
                <a:solidFill>
                  <a:srgbClr val="F2F0EA"/>
                </a:solidFill>
                <a:latin typeface="Georgia"/>
                <a:ea typeface="Georgia"/>
                <a:cs typeface="Georgia"/>
              </a:defRPr>
            </a:lvl3pPr>
            <a:lvl4pPr>
              <a:defRPr sz="2500">
                <a:solidFill>
                  <a:srgbClr val="F2F0EA"/>
                </a:solidFill>
                <a:latin typeface="Georgia"/>
                <a:ea typeface="Georgia"/>
                <a:cs typeface="Georgia"/>
              </a:defRPr>
            </a:lvl4pPr>
            <a:lvl5pPr>
              <a:defRPr sz="2500">
                <a:solidFill>
                  <a:srgbClr val="F2F0EA"/>
                </a:solidFill>
                <a:latin typeface="Georgia"/>
                <a:ea typeface="Georgia"/>
                <a:cs typeface="Georgia"/>
              </a:defRPr>
            </a:lvl5pPr>
            <a:lvl6pPr>
              <a:defRPr sz="2500">
                <a:solidFill>
                  <a:srgbClr val="F2F0EA"/>
                </a:solidFill>
                <a:latin typeface="Georgia"/>
                <a:ea typeface="Georgia"/>
                <a:cs typeface="Georgia"/>
              </a:defRPr>
            </a:lvl6pPr>
            <a:lvl7pPr>
              <a:defRPr sz="2500">
                <a:solidFill>
                  <a:srgbClr val="F2F0EA"/>
                </a:solidFill>
                <a:latin typeface="Georgia"/>
                <a:ea typeface="Georgia"/>
                <a:cs typeface="Georgia"/>
              </a:defRPr>
            </a:lvl7pPr>
            <a:lvl8pPr>
              <a:defRPr sz="2500">
                <a:solidFill>
                  <a:srgbClr val="F2F0EA"/>
                </a:solidFill>
                <a:latin typeface="Georgia"/>
                <a:ea typeface="Georgia"/>
                <a:cs typeface="Georgia"/>
              </a:defRPr>
            </a:lvl8pPr>
            <a:lvl9pPr>
              <a:defRPr sz="2500">
                <a:solidFill>
                  <a:srgbClr val="F2F0EA"/>
                </a:solidFill>
                <a:latin typeface="Georgia"/>
                <a:ea typeface="Georgia"/>
                <a:cs typeface="Georgia"/>
              </a:defRPr>
            </a:lvl9pPr>
          </a:lstStyle>
          <a:p xmlns:a="http://schemas.openxmlformats.org/drawingml/2006/main">
            <a:pPr>
              <a:defRPr sz="2500">
                <a:solidFill>
                  <a:srgbClr val="F2F0EA"/>
                </a:solidFill>
                <a:latin typeface="Georgia"/>
                <a:ea typeface="Georgia"/>
                <a:cs typeface="Georgia"/>
              </a:defRPr>
            </a:pPr>
            <a:r>
              <a:rPr sz="2500">
                <a:solidFill>
                  <a:srgbClr val="F2F0EA"/>
                </a:solidFill>
                <a:latin typeface="Georgia"/>
                <a:ea typeface="Georgia"/>
                <a:cs typeface="Georgia"/>
              </a:rPr>
              <a:t>Indireto: João disse que não entregava aquilo nesse dia.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500">
                <a:solidFill>
                  <a:srgbClr val="F2F0EA"/>
                </a:solidFill>
                <a:latin typeface="Georgia"/>
                <a:ea typeface="Georgia"/>
                <a:cs typeface="Georgia"/>
              </a:defRPr>
            </a:pPr>
            <a:r>
              <a:rPr sz="2500">
                <a:solidFill>
                  <a:srgbClr val="F2F0EA"/>
                </a:solidFill>
                <a:latin typeface="Georgia"/>
                <a:ea typeface="Georgia"/>
                <a:cs typeface="Georgia"/>
              </a:rPr>
              <a:t>Indireto livre: Não! Aquilo hoje ele não entregava!</a:t>
            </a:r>
          </a:p>
        </p:txBody>
      </p:sp>
      <p:sp>
        <p:nvSpPr>
          <p:cNvPr id="7" name="feedback">
            <a:extLst xmlns:a="http://schemas.openxmlformats.org/drawingml/2006/main">
              <a:ext uri="{FF2B5EF4-FFF2-40B4-BE49-F238E27FC236}">
                <a16:creationId xmlns:a16="http://schemas.microsoft.com/office/drawing/2014/main" id="{4E6B7BC1-5E64-4291-98EB-61C7F71B2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229100"/>
            <a:ext cx="10546080" cy="1857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00">
                <a:solidFill>
                  <a:srgbClr val="F2F0EA"/>
                </a:solidFill>
                <a:latin typeface="Arial"/>
                <a:ea typeface="Arial"/>
                <a:cs typeface="Arial"/>
              </a:defRPr>
            </a:defPPr>
            <a:lvl1pPr>
              <a:defRPr sz="2200">
                <a:solidFill>
                  <a:srgbClr val="F2F0EA"/>
                </a:solidFill>
                <a:latin typeface="Arial"/>
                <a:ea typeface="Arial"/>
                <a:cs typeface="Arial"/>
              </a:defRPr>
            </a:lvl1pPr>
            <a:lvl2pPr>
              <a:defRPr sz="2200">
                <a:solidFill>
                  <a:srgbClr val="F2F0EA"/>
                </a:solidFill>
                <a:latin typeface="Arial"/>
                <a:ea typeface="Arial"/>
                <a:cs typeface="Arial"/>
              </a:defRPr>
            </a:lvl2pPr>
            <a:lvl3pPr>
              <a:defRPr sz="2200">
                <a:solidFill>
                  <a:srgbClr val="F2F0EA"/>
                </a:solidFill>
                <a:latin typeface="Arial"/>
                <a:ea typeface="Arial"/>
                <a:cs typeface="Arial"/>
              </a:defRPr>
            </a:lvl3pPr>
            <a:lvl4pPr>
              <a:defRPr sz="2200">
                <a:solidFill>
                  <a:srgbClr val="F2F0EA"/>
                </a:solidFill>
                <a:latin typeface="Arial"/>
                <a:ea typeface="Arial"/>
                <a:cs typeface="Arial"/>
              </a:defRPr>
            </a:lvl4pPr>
            <a:lvl5pPr>
              <a:defRPr sz="2200">
                <a:solidFill>
                  <a:srgbClr val="F2F0EA"/>
                </a:solidFill>
                <a:latin typeface="Arial"/>
                <a:ea typeface="Arial"/>
                <a:cs typeface="Arial"/>
              </a:defRPr>
            </a:lvl5pPr>
            <a:lvl6pPr>
              <a:defRPr sz="2200">
                <a:solidFill>
                  <a:srgbClr val="F2F0EA"/>
                </a:solidFill>
                <a:latin typeface="Arial"/>
                <a:ea typeface="Arial"/>
                <a:cs typeface="Arial"/>
              </a:defRPr>
            </a:lvl6pPr>
            <a:lvl7pPr>
              <a:defRPr sz="2200">
                <a:solidFill>
                  <a:srgbClr val="F2F0EA"/>
                </a:solidFill>
                <a:latin typeface="Arial"/>
                <a:ea typeface="Arial"/>
                <a:cs typeface="Arial"/>
              </a:defRPr>
            </a:lvl7pPr>
            <a:lvl8pPr>
              <a:defRPr sz="2200">
                <a:solidFill>
                  <a:srgbClr val="F2F0EA"/>
                </a:solidFill>
                <a:latin typeface="Arial"/>
                <a:ea typeface="Arial"/>
                <a:cs typeface="Arial"/>
              </a:defRPr>
            </a:lvl8pPr>
            <a:lvl9pPr>
              <a:defRPr sz="2200">
                <a:solidFill>
                  <a:srgbClr val="F2F0E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00">
                <a:solidFill>
                  <a:srgbClr val="F2F0EA"/>
                </a:solidFill>
                <a:latin typeface="Arial"/>
                <a:ea typeface="Arial"/>
                <a:cs typeface="Arial"/>
              </a:defRPr>
            </a:pPr>
            <a:r>
              <a:rPr sz="2200">
                <a:solidFill>
                  <a:srgbClr val="F2F0EA"/>
                </a:solidFill>
                <a:latin typeface="Arial"/>
                <a:ea typeface="Arial"/>
                <a:cs typeface="Arial"/>
              </a:rPr>
              <a:t>«Aquilo» e «nesse dia» retomam o objeto e a data da recusa. Na segunda versão, «hoje» e a exclamação recuperam o ponto de vista de João.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200">
                <a:solidFill>
                  <a:srgbClr val="F2F0EA"/>
                </a:solidFill>
                <a:latin typeface="Arial"/>
                <a:ea typeface="Arial"/>
                <a:cs typeface="Arial"/>
              </a:defRPr>
            </a:pPr>
            <a:r>
              <a:rPr sz="2200">
                <a:solidFill>
                  <a:srgbClr val="F2F0EA"/>
                </a:solidFill>
                <a:latin typeface="Arial"/>
                <a:ea typeface="Arial"/>
                <a:cs typeface="Arial"/>
              </a:rPr>
              <a:t>Compara com a tua resposta. Outras versões podem funcionar se respeitarem o contexto e conservarem o sentido.</a:t>
            </a:r>
          </a:p>
        </p:txBody>
      </p:sp>
    </p:spTree>
    <p:extLst>
      <p:ext uri="{BB962C8B-B14F-4D97-AF65-F5344CB8AC3E}">
        <p14:creationId xmlns:p14="http://schemas.microsoft.com/office/powerpoint/2010/main" val="40121895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11111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ext 0">
            <a:extLst xmlns:a="http://schemas.openxmlformats.org/drawingml/2006/main">
              <a:ext uri="{FF2B5EF4-FFF2-40B4-BE49-F238E27FC236}">
                <a16:creationId xmlns:a16="http://schemas.microsoft.com/office/drawing/2014/main" id="{A56F52E3-1E18-467C-9876-CE7817E94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37215" y="384048"/>
            <a:ext cx="7315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200" b="1" spc="300">
                <a:solidFill>
                  <a:srgbClr val="A9A79F"/>
                </a:solidFill>
                <a:latin typeface="Arial"/>
                <a:ea typeface="Arial"/>
                <a:cs typeface="Arial"/>
              </a:rPr>
              <a:t>EPI</a:t>
            </a:r>
            <a:endParaRPr sz="1200"/>
          </a:p>
        </p:txBody>
      </p:sp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6EE83C42-4484-4BED-9222-646BF7750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6400800"/>
            <a:ext cx="9631375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A9A79F"/>
                </a:solidFill>
                <a:latin typeface="Arial"/>
                <a:ea typeface="Arial"/>
                <a:cs typeface="Arial"/>
              </a:rPr>
              <a:t>Lição M5-F12, A voz que se infiltra</a:t>
            </a:r>
            <a:endParaRPr sz="1000"/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9E721FF0-3CF5-4C44-9063-071B1D379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37215" y="6400800"/>
            <a:ext cx="7315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A9A79F"/>
                </a:solidFill>
                <a:latin typeface="Arial"/>
                <a:ea typeface="Arial"/>
                <a:cs typeface="Arial"/>
              </a:rPr>
              <a:t>10</a:t>
            </a:r>
            <a:endParaRPr sz="1000"/>
          </a:p>
        </p:txBody>
      </p:sp>
      <p:sp>
        <p:nvSpPr>
          <p:cNvPr id="6" name="Shape 3">
            <a:extLst xmlns:a="http://schemas.openxmlformats.org/drawingml/2006/main">
              <a:ext uri="{FF2B5EF4-FFF2-40B4-BE49-F238E27FC236}">
                <a16:creationId xmlns:a16="http://schemas.microsoft.com/office/drawing/2014/main" id="{2B52BB87-D2E6-493D-9F5F-87CDDA485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02920"/>
            <a:ext cx="201168" cy="201168"/>
          </a:xfrm>
          <a:prstGeom xmlns:a="http://schemas.openxmlformats.org/drawingml/2006/main" prst="rect">
            <a:avLst/>
          </a:prstGeom>
          <a:ln xmlns:a="http://schemas.openxmlformats.org/drawingml/2006/main" w="19050">
            <a:solidFill>
              <a:srgbClr val="F2F0EA"/>
            </a:solidFill>
            <a:prstDash val="solid"/>
          </a:ln>
        </p:spPr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45BF5606-C25E-408F-97D7-C11CD4A63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" y="457200"/>
            <a:ext cx="9448495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250">
                <a:solidFill>
                  <a:srgbClr val="A9A79F"/>
                </a:solidFill>
                <a:latin typeface="Arial"/>
                <a:ea typeface="Arial"/>
                <a:cs typeface="Arial"/>
              </a:rPr>
              <a:t>OPCIONAL: NO SITE, QUINZE MINUTOS</a:t>
            </a:r>
            <a:endParaRPr sz="1100"/>
          </a:p>
        </p:txBody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2380B0F3-8C06-4C2C-B54F-F8984B748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868680"/>
            <a:ext cx="7071055" cy="11887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800">
                <a:solidFill>
                  <a:srgbClr val="F2F0EA"/>
                </a:solidFill>
                <a:latin typeface="Arial"/>
                <a:ea typeface="Arial"/>
                <a:cs typeface="Arial"/>
              </a:rPr>
              <a:t>Continua no site, se quiseres</a:t>
            </a:r>
            <a:endParaRPr sz="3800"/>
          </a:p>
        </p:txBody>
      </p:sp>
      <p:sp>
        <p:nvSpPr>
          <p:cNvPr id="9" name="Shape 6">
            <a:extLst xmlns:a="http://schemas.openxmlformats.org/drawingml/2006/main">
              <a:ext uri="{FF2B5EF4-FFF2-40B4-BE49-F238E27FC236}">
                <a16:creationId xmlns:a16="http://schemas.microsoft.com/office/drawing/2014/main" id="{413C476A-65EC-4821-AA52-DAFD8048B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121408"/>
            <a:ext cx="640080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555C"/>
          </a:solidFill>
          <a:ln xmlns:a="http://schemas.openxmlformats.org/drawingml/2006/main" w="12700">
            <a:solidFill>
              <a:srgbClr val="E4555C"/>
            </a:solidFill>
            <a:prstDash val="solid"/>
          </a:ln>
        </p:spPr>
      </p:sp>
      <p:sp>
        <p:nvSpPr>
          <p:cNvPr id="10" name="Shape 7">
            <a:extLst xmlns:a="http://schemas.openxmlformats.org/drawingml/2006/main">
              <a:ext uri="{FF2B5EF4-FFF2-40B4-BE49-F238E27FC236}">
                <a16:creationId xmlns:a16="http://schemas.microsoft.com/office/drawing/2014/main" id="{B96A8C1E-B31B-49D2-8621-48E29C56D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2606040"/>
            <a:ext cx="0" cy="142494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A9A79F"/>
            </a:solidFill>
            <a:prstDash val="solid"/>
          </a:ln>
        </p:spPr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CACA73F3-4C53-4F93-9B22-BFE3F92DD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423160"/>
            <a:ext cx="365760" cy="3657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15875">
            <a:solidFill>
              <a:srgbClr val="F2F0EA"/>
            </a:solidFill>
            <a:prstDash val="solid"/>
          </a:ln>
        </p:spPr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C7A2030D-D8E9-44F2-8496-64D8EFF3A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423160"/>
            <a:ext cx="3657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2F0EA"/>
                </a:solidFill>
                <a:latin typeface="Arial"/>
                <a:ea typeface="Arial"/>
                <a:cs typeface="Arial"/>
              </a:rPr>
              <a:t>1</a:t>
            </a:r>
            <a:endParaRPr sz="1300"/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9C3EF050-9859-4658-BFAA-F7DCAC930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2432304"/>
            <a:ext cx="6430975" cy="8829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>
              <a:lnSpc>
                <a:spcPct val="105000"/>
              </a:lnSpc>
              <a:buNone/>
            </a:pPr>
            <a:r>
              <a:rPr sz="2200">
                <a:solidFill>
                  <a:srgbClr val="F2F0EA"/>
                </a:solidFill>
                <a:latin typeface="Arial"/>
                <a:ea typeface="Arial"/>
                <a:cs typeface="Arial"/>
              </a:rPr>
              <a:t>Lê e responde aos cartões, um de cada vez</a:t>
            </a:r>
            <a:endParaRPr sz="2200"/>
          </a:p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243B5DC1-BDBA-447D-B27C-B00E62D4D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306064"/>
            <a:ext cx="365760" cy="3657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15875">
            <a:solidFill>
              <a:srgbClr val="F2F0EA"/>
            </a:solidFill>
            <a:prstDash val="solid"/>
          </a:ln>
        </p:spPr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5A5AC9AF-4847-4AA8-858B-94C76465E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306064"/>
            <a:ext cx="3657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2F0EA"/>
                </a:solidFill>
                <a:latin typeface="Arial"/>
                <a:ea typeface="Arial"/>
                <a:cs typeface="Arial"/>
              </a:rPr>
              <a:t>2</a:t>
            </a:r>
            <a:endParaRPr sz="1300"/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7FDCEB0E-398C-456C-8AA9-35DC147C4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3315208"/>
            <a:ext cx="6430975" cy="5420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>
              <a:lnSpc>
                <a:spcPct val="105000"/>
              </a:lnSpc>
              <a:buNone/>
            </a:pPr>
            <a:r>
              <a:rPr sz="2200">
                <a:solidFill>
                  <a:srgbClr val="F2F0EA"/>
                </a:solidFill>
                <a:latin typeface="Arial"/>
                <a:ea typeface="Arial"/>
                <a:cs typeface="Arial"/>
              </a:rPr>
              <a:t>No fim, o cartão extra</a:t>
            </a:r>
            <a:endParaRPr sz="2200"/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62923D82-DE15-4D8E-9612-9B0DFD97E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848100"/>
            <a:ext cx="365760" cy="3657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15875">
            <a:solidFill>
              <a:srgbClr val="F2F0EA"/>
            </a:solidFill>
            <a:prstDash val="solid"/>
          </a:ln>
        </p:spPr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921DC438-8113-430B-896C-CDB5B4A94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848100"/>
            <a:ext cx="3657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2F0EA"/>
                </a:solidFill>
                <a:latin typeface="Arial"/>
                <a:ea typeface="Arial"/>
                <a:cs typeface="Arial"/>
              </a:rPr>
              <a:t>3</a:t>
            </a:r>
            <a:endParaRPr sz="1300"/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65008785-CB77-40B1-AFA9-C15B3CD1D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3857244"/>
            <a:ext cx="6430975" cy="5420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>
              <a:lnSpc>
                <a:spcPct val="105000"/>
              </a:lnSpc>
              <a:buNone/>
            </a:pPr>
            <a:r>
              <a:rPr sz="2200">
                <a:solidFill>
                  <a:srgbClr val="F2F0EA"/>
                </a:solidFill>
                <a:latin typeface="Arial"/>
                <a:ea typeface="Arial"/>
                <a:cs typeface="Arial"/>
              </a:rPr>
              <a:t>O percurso marca a lição como feita</a:t>
            </a:r>
            <a:endParaRPr sz="2200"/>
          </a:p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37E6092D-AE1E-424F-A6F6-BBA69A8D0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927" y="1033272"/>
            <a:ext cx="3145536" cy="314553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F2F0EA"/>
            </a:solidFill>
            <a:prstDash val="solid"/>
          </a:ln>
        </p:spPr>
      </p:sp>
      <p:pic>
        <p:nvPicPr>
          <p:cNvPr id="21" name="Image 0">
            <a:extLst xmlns:a="http://schemas.openxmlformats.org/drawingml/2006/main">
              <a:ext uri="{FF2B5EF4-FFF2-40B4-BE49-F238E27FC236}">
                <a16:creationId xmlns:a16="http://schemas.microsoft.com/office/drawing/2014/main" id="{2FB68E9E-BC69-4540-9252-248F5C7CCF1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024563a79ac476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442655" y="1143000"/>
            <a:ext cx="2926080" cy="2926080"/>
          </a:xfrm>
          <a:prstGeom xmlns:a="http://schemas.openxmlformats.org/drawingml/2006/main" prst="rect">
            <a:avLst/>
          </a:prstGeom>
        </p:spPr>
      </p:pic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EE36F124-CAB8-4D9C-BDE7-C5344F072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927" y="4343400"/>
            <a:ext cx="3145536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F2F0EA"/>
                </a:solidFill>
                <a:latin typeface="Arial"/>
                <a:ea typeface="Arial"/>
                <a:cs typeface="Arial"/>
                <a:hlinkClick xmlns:r="http://schemas.openxmlformats.org/officeDocument/2006/relationships" r:id="R473ddd35acb04a54"/>
              </a:rPr>
              <a:t>pedrohfernandes-klk.github.io/​pt/​m5/​licao-m5-f12/​</a:t>
            </a:r>
            <a:endParaRPr sz="1200"/>
          </a:p>
        </p:txBody>
      </p:sp>
    </p:spTree>
    <p:extLst>
      <p:ext uri="{BB962C8B-B14F-4D97-AF65-F5344CB8AC3E}">
        <p14:creationId xmlns:p14="http://schemas.microsoft.com/office/powerpoint/2010/main" val="1392478420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11111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ext 0">
            <a:extLst xmlns:a="http://schemas.openxmlformats.org/drawingml/2006/main">
              <a:ext uri="{FF2B5EF4-FFF2-40B4-BE49-F238E27FC236}">
                <a16:creationId xmlns:a16="http://schemas.microsoft.com/office/drawing/2014/main" id="{EF6CE088-05B2-41BB-B491-8CE49A20E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37215" y="384048"/>
            <a:ext cx="7315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200" b="1" spc="300">
                <a:solidFill>
                  <a:srgbClr val="A9A79F"/>
                </a:solidFill>
                <a:latin typeface="Arial"/>
                <a:ea typeface="Arial"/>
                <a:cs typeface="Arial"/>
              </a:rPr>
              <a:t>EPI</a:t>
            </a:r>
            <a:endParaRPr sz="1200"/>
          </a:p>
        </p:txBody>
      </p:sp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D74EB63F-4275-4B0B-852F-BF73A16B8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6400800"/>
            <a:ext cx="9631375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A9A79F"/>
                </a:solidFill>
                <a:latin typeface="Arial"/>
                <a:ea typeface="Arial"/>
                <a:cs typeface="Arial"/>
              </a:rPr>
              <a:t>Lição M5-F12, A voz que se infiltra</a:t>
            </a:r>
            <a:endParaRPr sz="1000"/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23203767-0FC6-4E31-ADCD-06D6F85D4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37215" y="6400800"/>
            <a:ext cx="7315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A9A79F"/>
                </a:solidFill>
                <a:latin typeface="Arial"/>
                <a:ea typeface="Arial"/>
                <a:cs typeface="Arial"/>
              </a:rPr>
              <a:t>11</a:t>
            </a:r>
            <a:endParaRPr sz="1000"/>
          </a:p>
        </p:txBody>
      </p:sp>
      <p:sp>
        <p:nvSpPr>
          <p:cNvPr id="6" name="Shape 3">
            <a:extLst xmlns:a="http://schemas.openxmlformats.org/drawingml/2006/main">
              <a:ext uri="{FF2B5EF4-FFF2-40B4-BE49-F238E27FC236}">
                <a16:creationId xmlns:a16="http://schemas.microsoft.com/office/drawing/2014/main" id="{5EC9EE06-D6B7-4E21-B354-8A02602F9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02920"/>
            <a:ext cx="201168" cy="201168"/>
          </a:xfrm>
          <a:prstGeom xmlns:a="http://schemas.openxmlformats.org/drawingml/2006/main" prst="rect">
            <a:avLst/>
          </a:prstGeom>
          <a:ln xmlns:a="http://schemas.openxmlformats.org/drawingml/2006/main" w="19050">
            <a:solidFill>
              <a:srgbClr val="F2F0EA"/>
            </a:solidFill>
            <a:prstDash val="solid"/>
          </a:ln>
        </p:spPr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FF1A5DC7-18ED-46E5-8151-68D183476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" y="457200"/>
            <a:ext cx="9448495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250">
                <a:solidFill>
                  <a:srgbClr val="A9A79F"/>
                </a:solidFill>
                <a:latin typeface="Arial"/>
                <a:ea typeface="Arial"/>
                <a:cs typeface="Arial"/>
              </a:rPr>
              <a:t>OPCIONAL: SALA NO TELEMÓVEL</a:t>
            </a:r>
            <a:endParaRPr sz="1100"/>
          </a:p>
        </p:txBody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F5F86C9B-2146-4C44-A257-D88F2BCB8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868680"/>
            <a:ext cx="7071055" cy="11887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b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800">
                <a:solidFill>
                  <a:srgbClr val="F2F0EA"/>
                </a:solidFill>
                <a:latin typeface="Arial"/>
                <a:ea typeface="Arial"/>
                <a:cs typeface="Arial"/>
              </a:rPr>
              <a:t>Três minutos, com placar</a:t>
            </a:r>
            <a:endParaRPr sz="3800"/>
          </a:p>
        </p:txBody>
      </p:sp>
      <p:sp>
        <p:nvSpPr>
          <p:cNvPr id="9" name="Shape 6">
            <a:extLst xmlns:a="http://schemas.openxmlformats.org/drawingml/2006/main">
              <a:ext uri="{FF2B5EF4-FFF2-40B4-BE49-F238E27FC236}">
                <a16:creationId xmlns:a16="http://schemas.microsoft.com/office/drawing/2014/main" id="{46FC6A7F-2702-4A46-81F6-CD264446F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121408"/>
            <a:ext cx="640080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555C"/>
          </a:solidFill>
          <a:ln xmlns:a="http://schemas.openxmlformats.org/drawingml/2006/main" w="12700">
            <a:solidFill>
              <a:srgbClr val="E4555C"/>
            </a:solidFill>
            <a:prstDash val="solid"/>
          </a:ln>
        </p:spPr>
      </p:sp>
      <p:sp>
        <p:nvSpPr>
          <p:cNvPr id="10" name="Shape 7">
            <a:extLst xmlns:a="http://schemas.openxmlformats.org/drawingml/2006/main">
              <a:ext uri="{FF2B5EF4-FFF2-40B4-BE49-F238E27FC236}">
                <a16:creationId xmlns:a16="http://schemas.microsoft.com/office/drawing/2014/main" id="{C2D958AD-D9CC-4D4E-99BE-9DEE78C08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2606040"/>
            <a:ext cx="0" cy="142494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A9A79F"/>
            </a:solidFill>
            <a:prstDash val="solid"/>
          </a:ln>
        </p:spPr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2BDAA9A4-8A39-4920-94EC-E15C34C03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423160"/>
            <a:ext cx="365760" cy="3657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15875">
            <a:solidFill>
              <a:srgbClr val="F2F0EA"/>
            </a:solidFill>
            <a:prstDash val="solid"/>
          </a:ln>
        </p:spPr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D004A660-437D-47D1-A0FC-9BA364F7F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423160"/>
            <a:ext cx="3657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2F0EA"/>
                </a:solidFill>
                <a:latin typeface="Arial"/>
                <a:ea typeface="Arial"/>
                <a:cs typeface="Arial"/>
              </a:rPr>
              <a:t>1</a:t>
            </a:r>
            <a:endParaRPr sz="1300"/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64F9D60D-A3A0-4A88-8DE4-A992C4CE2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2432304"/>
            <a:ext cx="6430975" cy="8829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>
              <a:lnSpc>
                <a:spcPct val="105000"/>
              </a:lnSpc>
              <a:buNone/>
            </a:pPr>
            <a:r>
              <a:rPr sz="2200">
                <a:solidFill>
                  <a:srgbClr val="F2F0EA"/>
                </a:solidFill>
                <a:latin typeface="Arial"/>
                <a:ea typeface="Arial"/>
                <a:cs typeface="Arial"/>
              </a:rPr>
              <a:t>Na lição, toca em «Sala» e escreve o código do ecrã e uma alcunha</a:t>
            </a:r>
            <a:endParaRPr sz="2200"/>
          </a:p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8BA73766-1C63-461F-9490-1BF073B58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306064"/>
            <a:ext cx="365760" cy="3657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15875">
            <a:solidFill>
              <a:srgbClr val="F2F0EA"/>
            </a:solidFill>
            <a:prstDash val="solid"/>
          </a:ln>
        </p:spPr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617C76C3-FB36-4EAB-8CA2-5AD525897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306064"/>
            <a:ext cx="3657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2F0EA"/>
                </a:solidFill>
                <a:latin typeface="Arial"/>
                <a:ea typeface="Arial"/>
                <a:cs typeface="Arial"/>
              </a:rPr>
              <a:t>2</a:t>
            </a:r>
            <a:endParaRPr sz="1300"/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5275FCDF-859B-4BD0-AE13-B00BE7435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3315208"/>
            <a:ext cx="6430975" cy="5420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>
              <a:lnSpc>
                <a:spcPct val="105000"/>
              </a:lnSpc>
              <a:buNone/>
            </a:pPr>
            <a:r>
              <a:rPr sz="2200">
                <a:solidFill>
                  <a:srgbClr val="F2F0EA"/>
                </a:solidFill>
                <a:latin typeface="Arial"/>
                <a:ea typeface="Arial"/>
                <a:cs typeface="Arial"/>
              </a:rPr>
              <a:t>Faz os cartões que o ecrã indica</a:t>
            </a:r>
            <a:endParaRPr sz="2200"/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09C6B352-C16C-4944-A494-BCAA25760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848100"/>
            <a:ext cx="365760" cy="3657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15875">
            <a:solidFill>
              <a:srgbClr val="F2F0EA"/>
            </a:solidFill>
            <a:prstDash val="solid"/>
          </a:ln>
        </p:spPr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A9D15AE6-91D3-4409-97B2-9C66379B1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848100"/>
            <a:ext cx="3657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2F0EA"/>
                </a:solidFill>
                <a:latin typeface="Arial"/>
                <a:ea typeface="Arial"/>
                <a:cs typeface="Arial"/>
              </a:rPr>
              <a:t>3</a:t>
            </a:r>
            <a:endParaRPr sz="1300"/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0E80E0B9-7393-4118-ACAF-40C82C388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3857244"/>
            <a:ext cx="6430975" cy="5420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>
              <a:lnSpc>
                <a:spcPct val="105000"/>
              </a:lnSpc>
              <a:buNone/>
            </a:pPr>
            <a:r>
              <a:rPr sz="2200">
                <a:solidFill>
                  <a:srgbClr val="F2F0EA"/>
                </a:solidFill>
                <a:latin typeface="Arial"/>
                <a:ea typeface="Arial"/>
                <a:cs typeface="Arial"/>
              </a:rPr>
              <a:t>Quando acabares, olha para o placar</a:t>
            </a:r>
            <a:endParaRPr sz="2200"/>
          </a:p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425A81B0-5955-4C47-AF88-C2298C4C9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927" y="1033272"/>
            <a:ext cx="3145536" cy="314553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F2F0EA"/>
            </a:solidFill>
            <a:prstDash val="solid"/>
          </a:ln>
        </p:spPr>
      </p:sp>
      <p:pic>
        <p:nvPicPr>
          <p:cNvPr id="21" name="Image 0">
            <a:extLst xmlns:a="http://schemas.openxmlformats.org/drawingml/2006/main">
              <a:ext uri="{FF2B5EF4-FFF2-40B4-BE49-F238E27FC236}">
                <a16:creationId xmlns:a16="http://schemas.microsoft.com/office/drawing/2014/main" id="{11ACB40E-6CE3-4DAC-B86A-FFC746BCB45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c91e3cb168540e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442655" y="1143000"/>
            <a:ext cx="2926080" cy="2926080"/>
          </a:xfrm>
          <a:prstGeom xmlns:a="http://schemas.openxmlformats.org/drawingml/2006/main" prst="rect">
            <a:avLst/>
          </a:prstGeom>
        </p:spPr>
      </p:pic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2BD2EBD9-E385-41C8-BC2C-DC1CB8F39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927" y="4343400"/>
            <a:ext cx="3145536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F2F0EA"/>
                </a:solidFill>
                <a:latin typeface="Arial"/>
                <a:ea typeface="Arial"/>
                <a:cs typeface="Arial"/>
                <a:hlinkClick xmlns:r="http://schemas.openxmlformats.org/officeDocument/2006/relationships" r:id="R1319186b310a453e"/>
              </a:rPr>
              <a:t>pedrohfernandes-klk.github.io/​pt/​m5/​licao-m5-f12/​</a:t>
            </a:r>
            <a:endParaRPr sz="1200"/>
          </a:p>
        </p:txBody>
      </p:sp>
    </p:spTree>
    <p:extLst>
      <p:ext uri="{BB962C8B-B14F-4D97-AF65-F5344CB8AC3E}">
        <p14:creationId xmlns:p14="http://schemas.microsoft.com/office/powerpoint/2010/main" val="715643692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11111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ext 0">
            <a:extLst xmlns:a="http://schemas.openxmlformats.org/drawingml/2006/main">
              <a:ext uri="{FF2B5EF4-FFF2-40B4-BE49-F238E27FC236}">
                <a16:creationId xmlns:a16="http://schemas.microsoft.com/office/drawing/2014/main" id="{39081992-DAFD-469D-BB39-0E5BBD7EA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37215" y="384048"/>
            <a:ext cx="7315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200" b="1" spc="300">
                <a:solidFill>
                  <a:srgbClr val="A9A79F"/>
                </a:solidFill>
                <a:latin typeface="Arial"/>
                <a:ea typeface="Arial"/>
                <a:cs typeface="Arial"/>
              </a:rPr>
              <a:t>EPI</a:t>
            </a:r>
            <a:endParaRPr sz="1200"/>
          </a:p>
        </p:txBody>
      </p:sp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A9D4BB22-0EF9-4B4C-8599-306FFDE0C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6400800"/>
            <a:ext cx="9631375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A9A79F"/>
                </a:solidFill>
                <a:latin typeface="Arial"/>
                <a:ea typeface="Arial"/>
                <a:cs typeface="Arial"/>
              </a:rPr>
              <a:t>Lição M5-F12, A voz que se infiltra</a:t>
            </a:r>
            <a:endParaRPr sz="1000"/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4263A109-3316-416A-A1EB-5A51DFAE7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37215" y="6400800"/>
            <a:ext cx="7315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A9A79F"/>
                </a:solidFill>
                <a:latin typeface="Arial"/>
                <a:ea typeface="Arial"/>
                <a:cs typeface="Arial"/>
              </a:rPr>
              <a:t>12</a:t>
            </a:r>
            <a:endParaRPr sz="1000"/>
          </a:p>
        </p:txBody>
      </p:sp>
      <p:sp>
        <p:nvSpPr>
          <p:cNvPr id="6" name="Shape 3">
            <a:extLst xmlns:a="http://schemas.openxmlformats.org/drawingml/2006/main">
              <a:ext uri="{FF2B5EF4-FFF2-40B4-BE49-F238E27FC236}">
                <a16:creationId xmlns:a16="http://schemas.microsoft.com/office/drawing/2014/main" id="{D049A8D7-3746-4198-9AD0-D879CAC6E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02920"/>
            <a:ext cx="201168" cy="201168"/>
          </a:xfrm>
          <a:prstGeom xmlns:a="http://schemas.openxmlformats.org/drawingml/2006/main" prst="triangle">
            <a:avLst/>
          </a:prstGeom>
          <a:ln xmlns:a="http://schemas.openxmlformats.org/drawingml/2006/main" w="19050">
            <a:solidFill>
              <a:srgbClr val="F2F0EA"/>
            </a:solidFill>
            <a:prstDash val="solid"/>
          </a:ln>
        </p:spPr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33C6FB7C-73BB-4395-8287-0E14FFACD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" y="457200"/>
            <a:ext cx="9448495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250">
                <a:solidFill>
                  <a:srgbClr val="A9A79F"/>
                </a:solidFill>
                <a:latin typeface="Arial"/>
                <a:ea typeface="Arial"/>
                <a:cs typeface="Arial"/>
              </a:rPr>
              <a:t>SÍNTESE</a:t>
            </a:r>
            <a:endParaRPr sz="1100"/>
          </a:p>
        </p:txBody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378EEEC7-5B5A-46D3-BC18-2A5DAC367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868680"/>
            <a:ext cx="9814255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b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400">
                <a:solidFill>
                  <a:srgbClr val="F2F0EA"/>
                </a:solidFill>
                <a:latin typeface="Arial"/>
                <a:ea typeface="Arial"/>
                <a:cs typeface="Arial"/>
              </a:rPr>
              <a:t>Para fixar</a:t>
            </a:r>
            <a:endParaRPr sz="3400"/>
          </a:p>
        </p:txBody>
      </p:sp>
      <p:sp>
        <p:nvSpPr>
          <p:cNvPr id="9" name="Shape 6">
            <a:extLst xmlns:a="http://schemas.openxmlformats.org/drawingml/2006/main">
              <a:ext uri="{FF2B5EF4-FFF2-40B4-BE49-F238E27FC236}">
                <a16:creationId xmlns:a16="http://schemas.microsoft.com/office/drawing/2014/main" id="{4DF58076-9E5B-4E1E-8DB7-F4D1C5D77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746504"/>
            <a:ext cx="640080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555C"/>
          </a:solidFill>
          <a:ln xmlns:a="http://schemas.openxmlformats.org/drawingml/2006/main" w="12700">
            <a:solidFill>
              <a:srgbClr val="E4555C"/>
            </a:solidFill>
            <a:prstDash val="solid"/>
          </a:ln>
        </p:spPr>
      </p:sp>
      <p:sp>
        <p:nvSpPr>
          <p:cNvPr id="10" name="Shape 7">
            <a:extLst xmlns:a="http://schemas.openxmlformats.org/drawingml/2006/main">
              <a:ext uri="{FF2B5EF4-FFF2-40B4-BE49-F238E27FC236}">
                <a16:creationId xmlns:a16="http://schemas.microsoft.com/office/drawing/2014/main" id="{5726B183-4DA6-4D77-89DB-C2D8107BD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2286000"/>
            <a:ext cx="0" cy="2447544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A9A79F"/>
            </a:solidFill>
            <a:prstDash val="solid"/>
          </a:ln>
        </p:spPr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4F34750C-6850-413A-9A76-D5E9FC1DF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103120"/>
            <a:ext cx="365760" cy="3657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15875">
            <a:solidFill>
              <a:srgbClr val="F2F0EA"/>
            </a:solidFill>
            <a:prstDash val="solid"/>
          </a:ln>
        </p:spPr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09EE4D01-1252-4C3F-B217-1DB86ADE9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103120"/>
            <a:ext cx="3657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2F0EA"/>
                </a:solidFill>
                <a:latin typeface="Arial"/>
                <a:ea typeface="Arial"/>
                <a:cs typeface="Arial"/>
              </a:rPr>
              <a:t>1</a:t>
            </a:r>
            <a:endParaRPr sz="1300"/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40DA2539-543A-49FB-9E4E-DDD90A8A2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2112264"/>
            <a:ext cx="9174175" cy="12237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lnSpc>
                <a:spcPct val="105000"/>
              </a:lnSpc>
              <a:buNone/>
            </a:pPr>
            <a:r>
              <a:rPr sz="2200">
                <a:solidFill>
                  <a:srgbClr val="F2F0EA"/>
                </a:solidFill>
                <a:latin typeface="Arial"/>
                <a:ea typeface="Arial"/>
                <a:cs typeface="Arial"/>
              </a:rPr>
              <a:t>Para relatar a fala de Carlos em indireto, escolhe um verbo declarativo e a subordinação adequada. Ajusta as referências ao contexto, conservando o sentido.</a:t>
            </a:r>
            <a:endParaRPr sz="2200"/>
          </a:p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62CF5142-35A6-4A89-AAD4-C97E0C00F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326892"/>
            <a:ext cx="365760" cy="3657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15875">
            <a:solidFill>
              <a:srgbClr val="F2F0EA"/>
            </a:solidFill>
            <a:prstDash val="solid"/>
          </a:ln>
        </p:spPr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A8F147DE-03A1-46F5-86E1-2D01CD2ED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326892"/>
            <a:ext cx="3657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2F0EA"/>
                </a:solidFill>
                <a:latin typeface="Arial"/>
                <a:ea typeface="Arial"/>
                <a:cs typeface="Arial"/>
              </a:rPr>
              <a:t>2</a:t>
            </a:r>
            <a:endParaRPr sz="1300"/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BB96C74F-FD31-4F7C-86A2-C3731D133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3336036"/>
            <a:ext cx="9174175" cy="12237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lnSpc>
                <a:spcPct val="105000"/>
              </a:lnSpc>
              <a:buNone/>
            </a:pPr>
            <a:r>
              <a:rPr sz="2200">
                <a:solidFill>
                  <a:srgbClr val="F2F0EA"/>
                </a:solidFill>
                <a:latin typeface="Arial"/>
                <a:ea typeface="Arial"/>
                <a:cs typeface="Arial"/>
              </a:rPr>
              <a:t>Em «Para que? […] Não!» e «Olha que brincadeira, hein!», relaciona a reação com Carlos ou Ega. A pontuação, por si só, não prova o indireto livre.</a:t>
            </a:r>
            <a:endParaRPr sz="2200"/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6B28AA8F-CC31-43DA-AB85-AD7BF3AA9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550664"/>
            <a:ext cx="365760" cy="3657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15875">
            <a:solidFill>
              <a:srgbClr val="F2F0EA"/>
            </a:solidFill>
            <a:prstDash val="solid"/>
          </a:ln>
        </p:spPr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126BD74B-367B-46AF-802F-A30BBE791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550664"/>
            <a:ext cx="3657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2F0EA"/>
                </a:solidFill>
                <a:latin typeface="Arial"/>
                <a:ea typeface="Arial"/>
                <a:cs typeface="Arial"/>
              </a:rPr>
              <a:t>3</a:t>
            </a:r>
            <a:endParaRPr sz="1300"/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BB78D894-4997-4D98-9E61-0B4DB4D71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4559808"/>
            <a:ext cx="9174175" cy="12237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>
              <a:lnSpc>
                <a:spcPct val="105000"/>
              </a:lnSpc>
              <a:buNone/>
            </a:pPr>
            <a:r>
              <a:rPr sz="2200">
                <a:solidFill>
                  <a:srgbClr val="F2F0EA"/>
                </a:solidFill>
                <a:latin typeface="Arial"/>
                <a:ea typeface="Arial"/>
                <a:cs typeface="Arial"/>
              </a:rPr>
              <a:t>É aí que Eça ganha a ironia: está dentro de Alencar quando ele se vê «paladino da Moral» e ri-se dele ao mesmo tempo.</a:t>
            </a:r>
            <a:endParaRPr sz="2200"/>
          </a:p>
        </p:txBody>
      </p:sp>
    </p:spTree>
    <p:extLst>
      <p:ext uri="{BB962C8B-B14F-4D97-AF65-F5344CB8AC3E}">
        <p14:creationId xmlns:p14="http://schemas.microsoft.com/office/powerpoint/2010/main" val="163697891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11111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ext 0">
            <a:extLst xmlns:a="http://schemas.openxmlformats.org/drawingml/2006/main">
              <a:ext uri="{FF2B5EF4-FFF2-40B4-BE49-F238E27FC236}">
                <a16:creationId xmlns:a16="http://schemas.microsoft.com/office/drawing/2014/main" id="{B0C0495A-FFF4-43F6-9D33-2667E5476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37215" y="384048"/>
            <a:ext cx="7315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200" b="1" spc="300">
                <a:solidFill>
                  <a:srgbClr val="A9A79F"/>
                </a:solidFill>
                <a:latin typeface="Arial"/>
                <a:ea typeface="Arial"/>
                <a:cs typeface="Arial"/>
              </a:rPr>
              <a:t>EPI</a:t>
            </a:r>
            <a:endParaRPr sz="1200"/>
          </a:p>
        </p:txBody>
      </p:sp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5C8015BF-85CC-4765-BF73-5029B8338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6400800"/>
            <a:ext cx="9631375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A9A79F"/>
                </a:solidFill>
                <a:latin typeface="Arial"/>
                <a:ea typeface="Arial"/>
                <a:cs typeface="Arial"/>
              </a:rPr>
              <a:t>Lição M5-F12, A voz que se infiltra</a:t>
            </a:r>
            <a:endParaRPr sz="1000"/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9E03A54C-61F1-4828-BAF3-B14F333DE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37215" y="6400800"/>
            <a:ext cx="7315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A9A79F"/>
                </a:solidFill>
                <a:latin typeface="Arial"/>
                <a:ea typeface="Arial"/>
                <a:cs typeface="Arial"/>
              </a:rPr>
              <a:t>13</a:t>
            </a:r>
            <a:endParaRPr sz="1000"/>
          </a:p>
        </p:txBody>
      </p:sp>
      <p:sp>
        <p:nvSpPr>
          <p:cNvPr id="6" name="Shape 3">
            <a:extLst xmlns:a="http://schemas.openxmlformats.org/drawingml/2006/main">
              <a:ext uri="{FF2B5EF4-FFF2-40B4-BE49-F238E27FC236}">
                <a16:creationId xmlns:a16="http://schemas.microsoft.com/office/drawing/2014/main" id="{A7CF3B74-4F92-49B0-953F-E1BEDCA64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02920"/>
            <a:ext cx="201168" cy="201168"/>
          </a:xfrm>
          <a:prstGeom xmlns:a="http://schemas.openxmlformats.org/drawingml/2006/main" prst="triangle">
            <a:avLst/>
          </a:prstGeom>
          <a:ln xmlns:a="http://schemas.openxmlformats.org/drawingml/2006/main" w="19050">
            <a:solidFill>
              <a:srgbClr val="F2F0EA"/>
            </a:solidFill>
            <a:prstDash val="solid"/>
          </a:ln>
        </p:spPr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B266B49E-1559-4AEB-8CFC-81DA71954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" y="457200"/>
            <a:ext cx="9448495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250">
                <a:solidFill>
                  <a:srgbClr val="A9A79F"/>
                </a:solidFill>
                <a:latin typeface="Arial"/>
                <a:ea typeface="Arial"/>
                <a:cs typeface="Arial"/>
              </a:rPr>
              <a:t>ATÉ À PRÓXIMA AULA</a:t>
            </a:r>
            <a:endParaRPr sz="1100"/>
          </a:p>
        </p:txBody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25979E63-5DB3-41D1-8920-8FF956FD5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868680"/>
            <a:ext cx="7071055" cy="11887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b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>
                <a:solidFill>
                  <a:srgbClr val="F2F0EA"/>
                </a:solidFill>
                <a:latin typeface="Arial"/>
                <a:ea typeface="Arial"/>
                <a:cs typeface="Arial"/>
              </a:rPr>
              <a:t>No telemóvel ou no PC da escola</a:t>
            </a:r>
            <a:endParaRPr sz="3000"/>
          </a:p>
        </p:txBody>
      </p:sp>
      <p:sp>
        <p:nvSpPr>
          <p:cNvPr id="9" name="Shape 6">
            <a:extLst xmlns:a="http://schemas.openxmlformats.org/drawingml/2006/main">
              <a:ext uri="{FF2B5EF4-FFF2-40B4-BE49-F238E27FC236}">
                <a16:creationId xmlns:a16="http://schemas.microsoft.com/office/drawing/2014/main" id="{05F38470-76D1-405B-89F2-C2FC3A17C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121408"/>
            <a:ext cx="640080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555C"/>
          </a:solidFill>
          <a:ln xmlns:a="http://schemas.openxmlformats.org/drawingml/2006/main" w="12700">
            <a:solidFill>
              <a:srgbClr val="E4555C"/>
            </a:solidFill>
            <a:prstDash val="solid"/>
          </a:ln>
        </p:spPr>
      </p:sp>
      <p:sp>
        <p:nvSpPr>
          <p:cNvPr id="10" name="Shape 7">
            <a:extLst xmlns:a="http://schemas.openxmlformats.org/drawingml/2006/main">
              <a:ext uri="{FF2B5EF4-FFF2-40B4-BE49-F238E27FC236}">
                <a16:creationId xmlns:a16="http://schemas.microsoft.com/office/drawing/2014/main" id="{0AD5FD75-C93A-4BBB-824A-29374191F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2606040"/>
            <a:ext cx="0" cy="176580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A9A79F"/>
            </a:solidFill>
            <a:prstDash val="solid"/>
          </a:ln>
        </p:spPr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CE0AF269-2EBD-4209-AF77-49BCA08AC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423160"/>
            <a:ext cx="365760" cy="3657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15875">
            <a:solidFill>
              <a:srgbClr val="F2F0EA"/>
            </a:solidFill>
            <a:prstDash val="solid"/>
          </a:ln>
        </p:spPr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5AF4BB4E-5578-4890-B341-3852B7F2D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423160"/>
            <a:ext cx="3657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2F0EA"/>
                </a:solidFill>
                <a:latin typeface="Arial"/>
                <a:ea typeface="Arial"/>
                <a:cs typeface="Arial"/>
              </a:rPr>
              <a:t>1</a:t>
            </a:r>
            <a:endParaRPr sz="1300"/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0436C414-C4D5-4B4C-8DB3-5B2953BCC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2432304"/>
            <a:ext cx="6430975" cy="8829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>
              <a:lnSpc>
                <a:spcPct val="105000"/>
              </a:lnSpc>
              <a:buNone/>
            </a:pPr>
            <a:r>
              <a:rPr sz="2200">
                <a:solidFill>
                  <a:srgbClr val="F2F0EA"/>
                </a:solidFill>
                <a:latin typeface="Arial"/>
                <a:ea typeface="Arial"/>
                <a:cs typeface="Arial"/>
              </a:rPr>
              <a:t>Termina o baralho da lição M5-F12 e o cartão extra</a:t>
            </a:r>
            <a:endParaRPr sz="2200"/>
          </a:p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A9AF12B0-AFA7-419C-A6CF-77E960CBF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306064"/>
            <a:ext cx="365760" cy="3657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15875">
            <a:solidFill>
              <a:srgbClr val="F2F0EA"/>
            </a:solidFill>
            <a:prstDash val="solid"/>
          </a:ln>
        </p:spPr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12D0372D-1BD9-419B-8FD6-CBBFDB8F9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306064"/>
            <a:ext cx="3657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2F0EA"/>
                </a:solidFill>
                <a:latin typeface="Arial"/>
                <a:ea typeface="Arial"/>
                <a:cs typeface="Arial"/>
              </a:rPr>
              <a:t>2</a:t>
            </a:r>
            <a:endParaRPr sz="1300"/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5FB42241-8ED2-41E5-8F6D-6F6BE6F18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3315208"/>
            <a:ext cx="6430975" cy="8829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>
              <a:lnSpc>
                <a:spcPct val="105000"/>
              </a:lnSpc>
              <a:buNone/>
            </a:pPr>
            <a:r>
              <a:rPr sz="2200">
                <a:solidFill>
                  <a:srgbClr val="F2F0EA"/>
                </a:solidFill>
                <a:latin typeface="Arial"/>
                <a:ea typeface="Arial"/>
                <a:cs typeface="Arial"/>
              </a:rPr>
              <a:t>Espreita a lição seguinte, «Do livro ao ecrã»</a:t>
            </a:r>
            <a:endParaRPr sz="2200"/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F56BD476-6A38-4DF7-A0D3-266181D02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188968"/>
            <a:ext cx="365760" cy="3657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15875">
            <a:solidFill>
              <a:srgbClr val="F2F0EA"/>
            </a:solidFill>
            <a:prstDash val="solid"/>
          </a:ln>
        </p:spPr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CB678CB7-0217-4D5A-AE4D-2574E7782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188968"/>
            <a:ext cx="3657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2F0EA"/>
                </a:solidFill>
                <a:latin typeface="Arial"/>
                <a:ea typeface="Arial"/>
                <a:cs typeface="Arial"/>
              </a:rPr>
              <a:t>3</a:t>
            </a:r>
            <a:endParaRPr sz="1300"/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488CB1C7-9A1D-4B4A-853A-C4774F452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4198112"/>
            <a:ext cx="6430975" cy="8829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>
              <a:lnSpc>
                <a:spcPct val="105000"/>
              </a:lnSpc>
              <a:buNone/>
            </a:pPr>
            <a:r>
              <a:rPr sz="2200">
                <a:solidFill>
                  <a:srgbClr val="F2F0EA"/>
                </a:solidFill>
                <a:latin typeface="Arial"/>
                <a:ea typeface="Arial"/>
                <a:cs typeface="Arial"/>
              </a:rPr>
              <a:t>Antes de sair: foto do caderno para o portefólio</a:t>
            </a:r>
            <a:endParaRPr sz="2200"/>
          </a:p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357DE445-6268-4BE8-9E4B-D2E67E7D1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927" y="1033272"/>
            <a:ext cx="3145536" cy="314553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F2F0EA"/>
            </a:solidFill>
            <a:prstDash val="solid"/>
          </a:ln>
        </p:spPr>
      </p:sp>
      <p:pic>
        <p:nvPicPr>
          <p:cNvPr id="21" name="Image 0">
            <a:extLst xmlns:a="http://schemas.openxmlformats.org/drawingml/2006/main">
              <a:ext uri="{FF2B5EF4-FFF2-40B4-BE49-F238E27FC236}">
                <a16:creationId xmlns:a16="http://schemas.microsoft.com/office/drawing/2014/main" id="{C118C984-D844-46A3-A684-559D89C64BA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9214845ce4540d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442655" y="1143000"/>
            <a:ext cx="2926080" cy="2926080"/>
          </a:xfrm>
          <a:prstGeom xmlns:a="http://schemas.openxmlformats.org/drawingml/2006/main" prst="rect">
            <a:avLst/>
          </a:prstGeom>
        </p:spPr>
      </p:pic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CFF9301B-E282-451E-A7DE-0430D75F1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927" y="4343400"/>
            <a:ext cx="3145536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F2F0EA"/>
                </a:solidFill>
                <a:latin typeface="Arial"/>
                <a:ea typeface="Arial"/>
                <a:cs typeface="Arial"/>
                <a:hlinkClick xmlns:r="http://schemas.openxmlformats.org/officeDocument/2006/relationships" r:id="R7d0f4b52a8874d5b"/>
              </a:rPr>
              <a:t>pedrohfernandes-klk.github.io/​pt/​m5/​</a:t>
            </a:r>
            <a:endParaRPr sz="1200"/>
          </a:p>
        </p:txBody>
      </p:sp>
    </p:spTree>
    <p:extLst>
      <p:ext uri="{BB962C8B-B14F-4D97-AF65-F5344CB8AC3E}">
        <p14:creationId xmlns:p14="http://schemas.microsoft.com/office/powerpoint/2010/main" val="1758495126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2026-10-25T19:53:47.7920000Z</dcterms:created>
  <dcterms:modified xsi:type="dcterms:W3CDTF">2026-10-25T19:53:47.7920000Z</dcterms:modified>
</coreProperties>
</file>