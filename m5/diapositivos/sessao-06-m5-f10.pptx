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M5-F10,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Sombrio casarão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casa chama-se Ramalhete e parece uma residência de padres. O romance abre e fecha com ela, quase nas mesmas palavras.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eca-de-queiros-gued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 (Fotografia Guedes, Porto, c. 1895).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Falha-se a vida, ou deixa-se falhar?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eca-de-queiros-guede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INÍCIO (CAP. I)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casa que os Maias vieram habitar em Lisboa, no outono de 1875, era conhecida na visinhança da rua de S. Francisco de Paula, e em todo o bairro das Janellas Verdes, pela </a:t>
            </a:r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casa do Ramalhete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ou simplesmente o </a:t>
            </a:r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Ramalhete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Apesar d'este fresco nome de vivenda campestre, o </a:t>
            </a:r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Ramalhete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sombrio casarão de paredes severas, com um renque de estreitas varandas de ferro no primeiro andar, e por cima uma timida fila de janellinhas abrigadas á beira do telhado, tinha o aspecto tristonho de Residencia Ecclesiastica que competia a uma edificação do reinado da sr.^a D. Maria I: com uma sineta e com uma cruz no topo assimilhar-se-hia a um Collegio de Jesuitas. O nome de Ramalhete provinha de certo d'um revestimento quadrado de azulejos fazendo painel no logar heraldico do Escudo d'Armas, que nunca chegara a ser collocado, e representando um grande ramo de girasoes atado por uma fita onde se distinguiam letras e numeros d'uma data.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(1888), cap. I,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eca-de-queiros-guede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INÍCIO (CAP. I)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Longos annos o Ramalhete permanecera deshabitado, com teias d'aranha pelas grades dos postigos terreos, e cobrindo-se de tons de ruina. Em 1858 Monsenhor Buccarini, Nuncio de S. Santidade, visitara-o com idéa d'installar lá a Nunciatura, seduzido pela gravidade clerical do edificio e pela paz dormente do bairro: e o interior do casarão agradara-lhe tambem, com a sua disposição apalaçada, os tectos apainelados, as paredes cobertas de </a:t>
            </a:r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frescos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onde já desmaiavam as rosas das grinaldas e as faces dos Cupidinhos. Mas Monsenhor, com os seus habitos de rico prelado romano, necessitava na sua vivenda os arvoredos e as agoas d'um jardim de luxo: e o Ramalhete possuia apenas, ao fundo d'um terraço de tijolo, um pobre quintal inculto, abandonado ás hervas bravas, com um cypreste, um cedro, uma cascatasinha secca, um tanque entulhado, e uma estatua de marmore (onde Monsenhor reconheceu logo Venus Citherêa) ennegrecendo a um canto na lenta humidade das ramagens silvestres. Além d'isso, a renda que pedio o velho Villaça, procurador dos Maias, pareceu tão exagerada a Monsenhor, que lhe perguntou sorrindo se ainda julgava a Egreja nos tempos de Leão X. Villaça respondeu — que tambem a nobreza não estava nos tempos do sr. D. João V. E o Ramalhete continuou deshabitado.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(1888), cap. I,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eca-de-queiros-guede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FIM (ÚLTIMO CAPÍTULO)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Depois na rua Carlos parou, deu um longo olhar ao sombrio casarão, que n'aquella primeira penumbra tomava um aspecto mais carregado de residencia ecclesiastica, com as suas paredes severas, a sua fila de janellinhas fechadas, as grades dos postigos terreos cheias de treva, mudo, para sempre deshabitado, cobrindo-se já de tons de ruina.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commoção passou-lhe n'alma, murmurou, travando do braço do Ega: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É curioso! Só vivi dois annos n'esta casa, e é n'ella que me parece estar mettida a minha vida inteira!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(1888), último capítulo,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eca-de-queiros-guede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FIM (ÚLTIMO CAPÍTULO)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Ega não se admirava. Só alli no Ramalhete elle vivera realmente d'aquillo que dá sabôr e relevo á vida — a paixão.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(1888), último capítulo,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(1888), de Eça de Queirós, a casa do Ramalhete, em Lisboa, recebe os Maias no outono de 1875 e abre e fecha o romance.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descrição do fim repete a do início, «sombrio casarão», «paredes severas», «tons de ruina», e agrava-a: janelinhas fechadas, treva, «para sempre deshabitado».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ler um espaço como símbolo: o nome fresco contra o aspeto sombrio, o quintal com cipreste e Vénus a enegrecer, a estrutura circular.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— INÍCIO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— FIM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Expressões repetidas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mudou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Luz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Estado da família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pedrohfernandes-klk.github.io/​pt/​m5/​licao-m5-f10/​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pedrohfernandes-klk.github.io/​pt/​m5/​licao-m5-f10/​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Ramalhete, «sombrio casarão de paredes severas», contradiz o seu «fresco nome de vivenda campestre»: o nome promete vida e o edifício mostra ruína.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quintal, a Vénus a enegrecer e o cipreste juntam amor e morte antes de os Maias chegarem, no outono de 1875.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último capítulo, as mesmas palavras voltam, agravadas em «para sempre deshabitado»: a estrutura circular fecha a família, com Afonso morto e Carlos de partida.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M5-F10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«Jantar no Hotel Central»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06 · M5-F10 · Sombrio casarão</dc:title>
  <dc:subject>PptxGenJS Presentation</dc:subject>
  <dc:creator>EPI · Português</dc:creator>
  <cp:lastModifiedBy>EPI · Português</cp:lastModifiedBy>
  <cp:revision>1</cp:revision>
  <dcterms:created xsi:type="dcterms:W3CDTF">2026-10-11T03:55:41Z</dcterms:created>
  <dcterms:modified xsi:type="dcterms:W3CDTF">2026-10-11T03:55:41Z</dcterms:modified>
  <dc:description/>
</cp:coreProperties>
</file>