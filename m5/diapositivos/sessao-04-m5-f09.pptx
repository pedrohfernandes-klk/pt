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M5-F09,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lugares de Camilo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esteve preso na Cadeia da Relação do Porto. Camilo também — e foi lá que escreveu o romance. Vais ver o sítio.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(fotografia da União, Photographia da Casa Real, Porto, 1882).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lugares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Cadeia da Relação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Porto: hoje Centro Português de Fotografia, no Largo Amor de Perdição, junto à Torre dos Clérigos. Aqui estiveram presos Simão (no romance) e Camilo (a dedicatória é datada da cadeia, 1861).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Casa de Camilo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São Miguel de Seide, Vila Nova de Famalicão: casa-museu reconstituída, onde o escritor viveu. Quem não puder ir faz a visita pelas páginas dos dois museus, com o mesmo caderno de campo.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é uma visita de estudo a dois lugares de Camilo: a Cadeia da Relação do Porto, hoje Centro Português de Fotografia, e a Casa de Camilo, em São Miguel de Seide.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cadeia estiveram presos Simão, no romance, e Camilo, que aí datou a dedicatória em 1861; a casa-museu é o lugar onde o escritor viveu.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Preenches um caderno de campo com o que vês e ligas o espaço real ao cárcere de Simão, sem confundir autor e personagem.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LIGAÇÃO AO ROMANCE OU AO AUTOR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espaço da cadeia (cela, janela, grade)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fotografia da exposição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objeto da Casa de Camilo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frase que ouvi na visita guiada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«Dezoito anos!»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caderno de campo tem uma ordem: observar tamanhos, luz e materiais, escrever a lápis o que se vê e copiar entre aspas a frase do guia.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fim da visita a coluna da ligação junta cada observação ao romance ou ao autor: o assento da cadeia, as grades, a escrita na prisão.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esteve preso na mesma cadeia, mas isso é sugestão biográfica, não biografia: a história de Simão não é a história do autor.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M5-F09, Os lugares de Camilo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«Responder no alto mar»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04 · M5-F09 · Os lugares de Camilo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