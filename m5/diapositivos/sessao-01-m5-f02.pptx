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Folheando os livros da cadeia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romance abre com um papel de arquivo: o registo de entrada de um preso de dezoito anos. Só depois é que começa a história.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(fotografia da União, Photographia da Casa Real, Porto, 1882).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«HERANÇA»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herdaste sem ter escolhido?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INTRODUÇÃO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Folheando os livros de antigos assentamentos, no cartorio das cadêas da Relação do Porto, li, no das entradas dos presos desde 1803 a 1805, a folhas 232, o seguinte: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INTRODUÇÃO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Antonio Botelho, que assim disse chamar-se, ser solteiro, e estudante na Universidade de Coimbra, natural da cidade de Lisboa, e assistente na occasião de sua prisão na cidade de Vizeu, idade de dezoito annos, filho de Domingos José Correia Botelho e de D. Rita Preciosa Caldeirão Castello-Branco, estatura ordinaria, cara redonda, olhos castanhos, cabello e barba preta, vestido com jaqueta de baetão azul, collête de fustão pintado e calça de panno pedrez. E fiz este assento, que assignei.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Filippe Moreira Dias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 margem esquerda d'este assento está escripto: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Foi para a India em 17 de Março de 1807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abre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 com um documento de arquivo: o assento de entrada de Simão Botelho, preso de dezoito anos, na cadeia da Relação do Porto.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página convivem dois registos: a frase neutra e administrativa do assento e a voz emotiva do narrador, que exclama «Dezoito annos!» e fala à leitora.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o documento da ficção e a reconhecer a sugestão biográfica: Camilo escreveu o romance preso na mesma cadeia, segundo a dedicatória de 1861.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ASSENTO DA CADEIA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VOZ DO NARRADOR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frases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no leitor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«Dezoito anos!»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Introdução, o assento assinado por Filippe Moreira Dias descreve Simão de fora, «estatura ordinaria, cara redonda», e dá credibilidade à história.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do narrador entra logo a seguir, com a repetição de «Dezoito annos!» e a enumeração com polissíndeto, para comover quem lê.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dedicatória, datada da cadeia da Relação em 1861, cria a sugestão biográfica: o documento é real, a narrativa é ficção.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violência de um pai é sempre amor»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01 · M5-F02 · Folheando os livros da cadeia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