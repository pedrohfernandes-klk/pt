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4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5, LIÇÃO M5-F02,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Folheando os livros da cadeia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romance abre com um papel de arquivo: o registo de entrada de um preso de dezoito anos. Só depois é que começa a história.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camilo-18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 (fotografia da União, Photographia da Casa Real, Porto, 1882).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DO MÓDULO, «HERANÇA»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que herdaste sem ter escolhido?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decide por quem, quando se ama?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ilo-188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INTRODUÇÃO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Folheando os livros de antigos assentamentos, no cartorio das cadêas da Relação do Porto, li, no das entradas dos presos desde 1803 a 1805, a folhas 232, o seguinte: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camilo-1882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INTRODUÇÃO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Simão Antonio Botelho, que assim disse chamar-se, ser solteiro, e estudante na Universidade de Coimbra, natural da cidade de Lisboa, e assistente na occasião de sua prisão na cidade de Vizeu, idade de dezoito annos, filho de Domingos José Correia Botelho e de D. Rita Preciosa Caldeirão Castello-Branco, estatura ordinaria, cara redonda, olhos castanhos, cabello e barba preta, vestido com jaqueta de baetão azul, collête de fustão pintado e calça de panno pedrez. E fiz este assento, que assignei.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Filippe Moreira Dias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 margem esquerda d'este assento está escripto: </a:t>
            </a:r>
            <a:pPr indent="0" marL="0">
              <a:lnSpc>
                <a:spcPct val="12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Foi para a India em 17 de Março de 1807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(1862), grafia da edição.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Camilo Castelo Branco abre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 de Perdição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(1862) com um documento de arquivo: o assento de entrada de Simão Botelho, preso de dezoito anos, na cadeia da Relação do Porto.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mesma página convivem dois registos: a frase neutra e administrativa do assento e a voz emotiva do narrador, que exclama «Dezoito annos!» e fala à leitora.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Ficas a distinguir o documento da ficção e a reconhecer a sugestão biográfica: Camilo escreveu o romance preso na mesma cadeia, segundo a dedicatória de 1861.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ASSENTO DA CADEIA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VOZ DO NARRADOR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Tom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Tipo de frases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 expressão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Efeito no leitor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faz cada exercício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cartão tem um «?» no topo: abre um vídeo curto que mostra como se responde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página «Como se faz» estão todos os vídeos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Vê o do primeiro cartão antes de começares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como-se-f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pedrohfernandes-klk.github.io/​pt/​como/​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«Dezoito anos!»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pedrohfernandes-klk.github.io/​pt/​m5/​licao-m5-f02/​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5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pedrohfernandes-klk.github.io/​pt/​m5/​licao-m5-f02/​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Introdução, o assento assinado por Filippe Moreira Dias descreve Simão de fora, «estatura ordinaria, cara redonda», e dá credibilidade à história.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voz do narrador entra logo a seguir, com a repetição de «Dezoito annos!» e a enumeração com polissíndeto, para comover quem lê.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dedicatória, datada da cadeia da Relação em 1861, cria a sugestão biográfica: o documento é real, a narrativa é ficção.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M5-F02, Folheando os livros da cadeia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M5-F02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 violência de um pai é sempre amor»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5-f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pedrohfernandes-klk.github.io/​pt/​m5/​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M5 · Sessão 01 · M5-F02 · Folheando os livros da cadeia</dc:title>
  <dc:subject>PptxGenJS Presentation</dc:subject>
  <dc:creator>EPI · Português</dc:creator>
  <cp:lastModifiedBy>EPI · Português</cp:lastModifiedBy>
  <cp:revision>1</cp:revision>
  <dcterms:created xsi:type="dcterms:W3CDTF">2026-10-11T03:02:53Z</dcterms:created>
  <dcterms:modified xsi:type="dcterms:W3CDTF">2026-10-11T03:02:53Z</dcterms:modified>
  <dc:description/>
</cp:coreProperties>
</file>