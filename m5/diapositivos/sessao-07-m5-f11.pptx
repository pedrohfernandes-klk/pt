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M5-F11,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Jantar no Hotel Central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Discutem-se o futuro da literatura e a falência do país. Depois chega o linguado à normanda e a conversa acaba.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Maias, primeira edição (1888), volume 1, página de rosto.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mundo de fadistas, de faias, parecia a Carlos merecer um estudo, um romance... Isto levou logo a fallar-se do Assommoir, de Zola e do realismo: — e o Alencar immediatmente, limpando os bigodes dos pingos de sôpa, supplicou que se não discutisse, á hora aceada do jantar, essa litteratura latrinaria. Alli todos eram homens d'aceio, de sala, hein? Então, que se não mencionasse o excremento!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os-maias-1888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À MESA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n'essa noite teve o regosijo de encontrar alliados. Craft não admittia tambem o naturalismo, a realidade feia das cousas e da sociedade estatelada nua n'um livro. A arte era uma idealisação! Bem: então que mostrasse os typos superiores d'uma humanidade aperfeiçoada, as fórmas mais bellas do viver e do sentir... Ega horrorisado apertava as mãos na cabeça — quando do outro lado Carlos declarou que o mais intoleravel no realismo eram os seus grandes ares scientificos, a sua pretenciosa esthetica deduzida d'uma philosophia alheia, e a invocação de Claude Bernard, do experimentalismo, do positivismo, de Stuart Mill e de Darwin, a proposito d'uma lavadeira que dorme com um carpinteiro!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Os Maias (1888), cap. VI,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VI de Os Maias, Ega, Alencar, Craft, Carlos e Cohen jantam no Hotel Central e discutem o realismo, o naturalismo e o empréstimo do país.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episódio é crónica de costumes: o debate literário é cortado pelo «Sole normande?» do criado e a bancarrota anuncia-se a sorrir, como uma soma.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as posições de cada personagem e a dizer que crítica faz Eça à elite lisboeta que sabe que o país vai falir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Alencar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Craft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Cohen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à mesa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Ega, amigo de Carlos, defende o naturalismo. Alencar é um poeta romântico, mais velho. Craft é um inglês rico, colecionador de arte. Cohen é um homem das finanças. Dâmaso imita tudo o que lhe parece elegante. O realismo quer mostrar a sociedade como ela é, sem a embelezar.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naturalismo vai mais longe: estuda as pessoas como um médico estuda um caso, e explica-as pelo meio e pela hereditariedade. Zola é o mestre francês desta escola.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«Sole normande?»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jantar do Hotel Central é crónica de costumes: Alencar recusa o «excremento», Craft quer a arte como «idealisação», Carlos ri dos «ares scientificos» e Ega exige a monografia «sem pittoresco e sem estylo».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discussão acaba quando o criado pergunta «Sole normande?», e a ironia de Eça está nesse corte: o prato vale mais do que as ideias.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Cohen explica, a sorrir, que a bancarrota «é como quem faz uma somma», e Ega finca os cotovelos para o ouvir: uma elite que sabe e muda de assunto.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M5-F11, Jantar no Hotel Central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voz que se infiltra»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07 · M5-F11 · Jantar no Hotel Central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