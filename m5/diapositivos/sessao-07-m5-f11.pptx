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jpg" ContentType="image/jpg"/>
  <Override PartName="/ppt/media/image-3-1.jpg" ContentType="image/jpg"/>
  <Override PartName="/ppt/media/image-4-1.jpg" ContentType="image/jpg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M5-F11, Jantar no Hotel Central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22960" y="45720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PORTUGUÊS, 2.º ANO, MÓDULO 5, LIÇÃO M5-F11, UNIDADE 2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" y="685800"/>
            <a:ext cx="5212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5000" dirty="0"/>
          </a:p>
        </p:txBody>
      </p:sp>
      <p:sp>
        <p:nvSpPr>
          <p:cNvPr id="8" name="Text 5"/>
          <p:cNvSpPr/>
          <p:nvPr/>
        </p:nvSpPr>
        <p:spPr>
          <a:xfrm>
            <a:off x="822960" y="269748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Jantar no Hotel Central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40690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6089904"/>
            <a:ext cx="182880" cy="182880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52144" y="6089904"/>
            <a:ext cx="182880" cy="182880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481328" y="6089904"/>
            <a:ext cx="182880" cy="182880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874520" y="6062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lê, faz, leva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22960" y="4297680"/>
            <a:ext cx="5212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Discutem-se o futuro da literatura e a falência do país. Depois chega o linguado à normanda e a conversa acaba.</a:t>
            </a:r>
            <a:endParaRPr lang="en-US" sz="2000" dirty="0"/>
          </a:p>
        </p:txBody>
      </p:sp>
      <p:pic>
        <p:nvPicPr>
          <p:cNvPr id="15" name="Image 0" descr="/home/user/epi-portugues-fontes/_interno/biblioteca-imagens/fontes/os-maias-1888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13855" y="914400"/>
            <a:ext cx="4754880" cy="45720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613855" y="914400"/>
            <a:ext cx="4754880" cy="4572000"/>
          </a:xfrm>
          <a:prstGeom prst="rect">
            <a:avLst/>
          </a:prstGeom>
          <a:ln w="12700">
            <a:solidFill>
              <a:srgbClr val="F2F0E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613855" y="5577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Maias, primeira edição (1888), volume 1, página de rosto. Domínio público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M5-F11, Jantar no Hotel Central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ABRIR, CINCO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Falha-se a vida, ou deixa-se falhar?</a:t>
            </a:r>
            <a:endParaRPr lang="en-US" sz="4600" dirty="0"/>
          </a:p>
        </p:txBody>
      </p:sp>
      <p:sp>
        <p:nvSpPr>
          <p:cNvPr id="9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M5-F11, Jantar no Hotel Central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pic>
        <p:nvPicPr>
          <p:cNvPr id="6" name="Image 0" descr="/home/user/epi-portugues-fontes/_interno/biblioteca-imagens/fontes/os-maias-1888.jp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LER: À MESA (1 DE 2)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22960" y="1005840"/>
            <a:ext cx="981425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Esse mundo de fadistas, de faias, parecia a Carlos merecer um estudo, um romance... Isto levou logo a fallar-se do </a:t>
            </a:r>
            <a:pPr indent="0" marL="0">
              <a:lnSpc>
                <a:spcPct val="125000"/>
              </a:lnSpc>
              <a:buNone/>
            </a:pPr>
            <a:r>
              <a:rPr lang="en-US" sz="2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Assommoir</a:t>
            </a:r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de Zola e do realismo: — e o Alencar immediatmente, limpando os bigodes dos pingos de sôpa, supplicou que se não discutisse, á hora aceada do jantar, essa litteratura </a:t>
            </a:r>
            <a:pPr indent="0" marL="0">
              <a:lnSpc>
                <a:spcPct val="125000"/>
              </a:lnSpc>
              <a:buNone/>
            </a:pPr>
            <a:r>
              <a:rPr lang="en-US" sz="2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latrinaria</a:t>
            </a:r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Alli todos eram homens d'aceio, de sala, hein? Então, que se não mencionasse o </a:t>
            </a:r>
            <a:pPr indent="0" marL="0">
              <a:lnSpc>
                <a:spcPct val="125000"/>
              </a:lnSpc>
              <a:buNone/>
            </a:pPr>
            <a:r>
              <a:rPr lang="en-US" sz="2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excremento</a:t>
            </a:r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[…]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822960" y="603504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Eça de Queirós, </a:t>
            </a:r>
            <a:pPr indent="0" marL="0">
              <a:buNone/>
            </a:pPr>
            <a:r>
              <a:rPr lang="en-US" sz="1200" i="1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Maias</a:t>
            </a:r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(1888), cap. VI, grafia da edição.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M5-F11, Jantar no Hotel Central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pic>
        <p:nvPicPr>
          <p:cNvPr id="6" name="Image 0" descr="/home/user/epi-portugues-fontes/_interno/biblioteca-imagens/fontes/os-maias-1888.jp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LER: À MESA (2 DE 2)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22960" y="1005840"/>
            <a:ext cx="981425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 n'essa noite teve o regosijo de encontrar alliados. Craft não admittia tambem o naturalismo, a realidade feia das cousas e da sociedade estatelada nua n'um livro. A arte era uma idealisação! Bem: então que mostrasse os typos superiores d'uma humanidade aperfeiçoada, as fórmas mais bellas do viver e do sentir... Ega horrorisado apertava as mãos na cabeça — quando do outro lado Carlos declarou que o mais intoleravel no realismo eram os seus grandes ares scientificos, a sua pretenciosa esthetica deduzida d'uma philosophia alheia, e a invocação de Claude Bernard, do experimentalismo, do positivismo, de Stuart Mill e de Darwin, a proposito d'uma lavadeira que dorme com um carpinteiro!</a:t>
            </a:r>
            <a:endParaRPr lang="en-US" sz="2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[…]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822960" y="603504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Eça de Queirós, </a:t>
            </a:r>
            <a:pPr indent="0" marL="0">
              <a:buNone/>
            </a:pPr>
            <a:r>
              <a:rPr lang="en-US" sz="1200" i="1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Maias</a:t>
            </a:r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(1888), cap. VI, grafia da edição.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M5-F11, Jantar no Hotel Central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ESSENCIAL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coisas 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447544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capítulo VI de </a:t>
            </a:r>
            <a:pPr indent="0" marL="0">
              <a:lnSpc>
                <a:spcPct val="105000"/>
              </a:lnSpc>
              <a:buNone/>
            </a:pPr>
            <a:r>
              <a:rPr lang="en-US" sz="2200" i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Maias</a:t>
            </a:r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Ega, Alencar, Craft, Carlos e Cohen jantam no Hotel Central e discutem o realismo, o naturalismo e o empréstimo do país.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2689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268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36036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episódio é crónica de costumes: o debate literário é cortado pelo «Sole normande?» do criado e a bancarrota anuncia-se a sorrir, como uma soma.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5506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550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559808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Ficas a distinguir as posições de cada personagem e a dizer que crítica faz Eça à elite lisboeta que sabe que o país vai falir e muda de assunto.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M5-F11, Jantar no Hotel Central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VER, E COMPLETAR NO CADERNO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Completa no caderno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057400"/>
          <a:ext cx="10545775" cy="914400"/>
        </p:xfrm>
        <a:graphic>
          <a:graphicData uri="http://schemas.openxmlformats.org/drawingml/2006/table">
            <a:tbl>
              <a:tblPr/>
              <a:tblGrid>
                <a:gridCol w="4429226"/>
                <a:gridCol w="3058275"/>
                <a:gridCol w="3058275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PERSONAGEM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POSIÇÃO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UMA EXPRESSÃO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Alencar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Craft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Ega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Cohen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M5-F11, Jantar no Hotel Central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está à mesa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011680"/>
            <a:ext cx="981425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Ega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amigo de Carlos, defende o naturalismo.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Alencar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é um poeta romântico, mais velho.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Craft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é um inglês rico, colecionador de arte.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Cohen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é um homem das finanças.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Dâmaso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imita tudo o que lhe parece elegante. O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realismo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quer mostrar a sociedade como ela é, sem a embelezar.</a:t>
            </a:r>
            <a:endParaRPr lang="en-US" sz="23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naturalismo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vai mais longe: estuda as pessoas como um médico estuda um caso, e explica-as pelo meio e pela hereditariedade. Zola é o mestre francês desta escola.</a:t>
            </a:r>
            <a:endParaRPr lang="en-US" sz="2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M5-F11, Jantar no Hotel Central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 NO TELEMÓVEL, QUINZE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a lição no telemóvel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 e responde aos cartões, um de cada vez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fim, o cartão extra: «Sole normande?»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percurso marca a lição como feita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5-f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pedrohfernandes-klk.github.io/​pt/​m5/​licao-m5-f11/​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M5-F11, Jantar no Hotel Central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PAUSA: CARTÕES NO TELEMÓVEL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minutos, com placar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lição, toca em «Sala» e escreve o código do ecrã e uma alcunha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os cartões que o ecrã indica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acabares, olha para o placar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5-f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pedrohfernandes-klk.github.io/​pt/​m5/​licao-m5-f11/​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M5-F11, Jantar no Hotel Central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ATLAS LUSÓFONO (OPCIONAL)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Machado de Assis, Brasil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057400"/>
            <a:ext cx="981425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 abril de 1878, no jornal </a:t>
            </a:r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28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Cruzeiro</a:t>
            </a:r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Machado de Assis critica </a:t>
            </a:r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28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Primo Basílio</a:t>
            </a:r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 chama a Eça «fiel e aspérrimo discípulo do realismo».</a:t>
            </a:r>
            <a:endParaRPr lang="en-US" sz="2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M5-F11, Jantar no Hotel Central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788412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564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jantar do Hotel Central é crónica de costumes: Alencar recusa o «excremento», Craft quer a arte como «idealisação», Carlos ri dos «ares scientificos» e Ega exige a monografia «sem pittoresco e sem estylo».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6677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667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676904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discussão acaba quando o criado pergunta «Sole normande?», e a ironia de Eça está nesse corte: o prato vale mais do que as ideias.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89153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8915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900676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Depois Cohen explica, a sorrir, que a bancarrota «é como quem faz uma somma», e Ega finca os cotovelos para o ouvir: uma elite que sabe e muda de assunto.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M5-F11, Jantar no Hotel Central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À PRÓXIMA AULA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telemóvel ou no PC da escola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76580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 o baralho da lição M5-F11 e o cartão extra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Espreita a lição seguinte, «A voz que se infiltra»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18896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188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198112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sair: foto do caderno para o portefólio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passo-m5-f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pedrohfernandes-klk.github.io/​pt/​m5/​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M5 · Sessão 07 · M5-F11 · Jantar no Hotel Central</dc:title>
  <dc:subject>PptxGenJS Presentation</dc:subject>
  <dc:creator>EPI · Português</dc:creator>
  <cp:lastModifiedBy>EPI · Português</cp:lastModifiedBy>
  <cp:revision>1</cp:revision>
  <dcterms:created xsi:type="dcterms:W3CDTF">2026-10-11T03:55:41Z</dcterms:created>
  <dcterms:modified xsi:type="dcterms:W3CDTF">2026-10-11T03:55:41Z</dcterms:modified>
  <dc:description/>
</cp:coreProperties>
</file>