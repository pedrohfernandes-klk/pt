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modos de perder a vida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perde-a de uma vez, por amor. Carlos perde-a aos poucos, sem dar por isso. Tudo o que leste no módulo, num só quadro, no caderno.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revê o módulo inteiro: o Romantismo de Camilo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 frente ao Realismo de Eça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a visão do amor, o narrador, o espaço e o final dos dois romances, e retoma as funções sintáticas e o discurso indireto livre.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Explicas, em 100 a 130 palavras, como Simão perde a vida de uma vez, por amor, e Carlos a perde aos poucos, sem dar por isso.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DE PERDIÇÃO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(1862)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MAIAS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(1888)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Visão do amor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põe frente a frente o Romantismo de Camilo, com o narrador intruso que fala à leitora, e o Realismo de Eça, com o narrador irónico e 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amor-paixão absoluto leva Teresa, Simão e Mariana à morte;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ironia desmonta a paixão, Afonso morre e Carlos e Ega concluem «Falhámos a vida».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Simão perde a vida de uma vez, por amor e honra; Carlos perde-a aos poucos, «Nada mais inoffensivo, mais nullo»: cada romance fala do seu tempo.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fizeram Simão e Carlos com o que herdaram?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11 · M5-F15 · Dois modos de perder a vida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