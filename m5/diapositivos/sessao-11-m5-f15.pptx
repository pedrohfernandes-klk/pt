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M5-F15,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modos de perder a vida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Simão perde-a de uma vez, por amor. Carlos perde-a aos poucos, sem dar por isso. Tudo o que leste no módulo, num só quadro, no caderno.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os-maias-188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Maias, primeira edição (1888), volume 1, página de rosto.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Falha-se a vida, ou deixa-se falhar?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lição revê o módulo inteiro: o Romantismo de Camilo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 frente ao Realismo de Eça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(1888).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a visão do amor, o narrador, o espaço e o final dos dois romances, e retoma as funções sintáticas e o discurso indireto livre.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Explicas, em 100 a 130 palavras, como Simão perde a vida de uma vez, por amor, e Carlos a perde aos poucos, sem dar por isso.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AMOR DE PERDIÇÃO</a:t>
                      </a:r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(1862)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MAIAS</a:t>
                      </a:r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(1888)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Visão do amor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«É já o meu espírito que te fala»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pedrohfernandes-klk.github.io/​pt/​m5/​licao-m5-f15/​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pedrohfernandes-klk.github.io/​pt/​m5/​licao-m5-f15/​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módulo põe frente a frente o Romantismo de Camilo, com o narrador intruso que fala à leitora, e o Realismo de Eça, com o narrador irónico e o indireto livre.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amor-paixão absoluto leva Teresa, Simão e Mariana à morte;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Maias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ironia desmonta a paixão, Afonso morre e Carlos e Ega concluem «Falhámos a vida».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Simão perde a vida de uma vez, por amor e honra; Carlos perde-a aos poucos, «Nada mais inoffensivo, mais nullo»: cada romance fala do seu tempo.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«HERANÇA»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fizeram Simão e Carlos com o que herdaram?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M5-F15, Dois modos de perder a vida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11 · M5-F15 · Dois modos de perder a vida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