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M5-F14,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livro ao ecrã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Alguém teve de decidir que cara tem o Ramalhete, que voz tem o Ega e o que fica de fora. Vais ver o que resultou dessas decisões.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hotel-central-19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Central, Lisboa (fotografia de Joshua Benoliel, c. 1910).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Falha-se a vida, ou deixa-se falhar?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adaptação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Maias: Cenas da Vida Romântica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escrito e realizado por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João Botelho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estreou nos cinemas em 2014 e deu origem a uma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minissérie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exibida pela RTP1 (28 de dezembro de 2015). O texto do narrador de Eça é dito por Jorge Vaz de Carvalho. Vês os episódios que o docente indicar.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Maias: Cenas da Vida Romântica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escrito e realizado por João Botelho, estreou nos cinemas em 2014 e deu origem a uma minissérie exibida pela RTP1 em 2015.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adaptação toma decisões: que cara tem o Ramalhete, que voz tem o Ega, o que fica de fora; a narração mantém o narrador de Eça, na voz de Jorge Vaz de Carvalho.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Preenches um guião de visionamento, comparando livro e ecrã em quatro momentos, e julgas o que cada escolha ganha e perde.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LIVRO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ECRÃ (O QUE SE VÊ E OUVE)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ESCOLHA E EFEITO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casa dos Maias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Jantar no Hotel Central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personagem-tipo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final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«Sombrio casarão»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pedrohfernandes-klk.github.io/​pt/​m5/​licao-m5-f14/​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Paula Rego, Portugal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Paula Rego pintou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Crime do Padre Amaro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Eça, numa série. Como numa adaptação de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Maias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pergunta-te o que a pintura ganhou e deixou de fora.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voz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se ouve sem se ver quem fala, diz as frases de Eça: o filme ganha a ironia do narrador e pode perder ritmo.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guião de visionamento compara livro e ecrã em quatro momentos, do Ramalhete ao final, com uma citação curta de um lado e plano, luz, som e voz do outro.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é decidir, encurtar e mudar: um filme não tem de mostrar tudo o que está no livro, e cada escolha julga-se pelo que ganha e pelo que perde.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M5-F14, Do livro ao ecrã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M5-F14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«Falhámos a vida, menino!»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09 · M5-F14 · Do livro ao ecrã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