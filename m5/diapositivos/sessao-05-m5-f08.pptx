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M5-F08,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no alto mar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Teresa deixou perguntas por responder e Simão vai a caminho da Índia. A carta de resposta, essa, escreves tu.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deia-relacao-interior-185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da Cadeia da Relação do Porto (Lucas de Almeida Marrão, c. 1850).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decide por quem, quando se ama?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Recorda: o que Simão sabe nesta noite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perguntas de Teresa: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podias tu com a desesperança e com a vida? Que farias da vida sem a tua companheira? Nunca hás de amar outra vez?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factos: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Simão matou Baltasar e vai degredado para a Índia; a nau saiu do Porto a 17 de março de 1807; Teresa morreu no convento de Monchique; Mariana, a filha do ferrador, vai a bordo com ele.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marcas de uma carta: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local e data, vocativo, despedida, assinatura.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de avaliação (25 %): escreves, como Simão, a resposta à última carta de Teresa, na nau que saiu do Porto a 17 de março de 1807.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Teresa deixou perguntas por responder: se Simão podia com a desesperança, o que faria da vida sem ela, se nunca mais havia de amar.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Escreves uma carta completa, com local, data, vocativo, despedida e assinatura, em 220 a 300 palavras, coerente com o romance e com dois recursos expressivos.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TEM DE 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MINHAS NOTAS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e data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nau, 17 de março de 1807, noite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Vocativo e abertura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Resposta direta ao «É já o meu espírito que te fala»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Resposta às perguntas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Pelo menos duas perguntas de Teresa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Memória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episódio recordado (as cartas, a casinha defronte de Coimbra, o convento)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Simão fará (ou não fará) da vida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Teresa termina a carta a pedir: «Soffre […] estas derradeiras perguntas, a que tu responderás, no alto mar». Escreve 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de Simão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(220–300 palavras), na nau, na noite a seguir à morte de Teresa. Mantém a coerência com a personagem e com o Romantismo; usa português atual, com um ou dois ecos do texto.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«É já o meu espírito que te fala»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pedrohfernandes-klk.github.io/​pt/​m5/​licao-m5-f08/​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pedrohfernandes-klk.github.io/​pt/​m5/​licao-m5-f08/​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escrever, relês a carta de Teresa e sublinhas as perguntas; depois ensaias três aberturas e escolhes uma.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pergunta tem o seu parágrafo: a pergunta dela, a resposta dele e um eco do texto, como em «Perguntas se posso com a desesperança e com a vida. Não posso, Teresa».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verificas datas e factos: a nau, o degredo para a Índia, Mariana a bordo; nada na carta pode contradizer o romance.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M5-F08, Responder no alto mar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«Sombrio casarão»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05 · M5-F08 · Responder no alto mar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