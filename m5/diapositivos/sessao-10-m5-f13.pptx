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M5-F13, Falhámos a vida, menino!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5, LIÇÃO M5-F13, UNIDADE 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Falhámos a vida, menino!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fim do romance, dez anos depois, dois amigos fazem contas à vida e concluem que a falharam. Vais dizer se Eça ainda tem razão.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eca-de-queiros-guede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Eça de Queirós (Fotografia Guedes, Porto, c. 1895).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M5-F13, Falhámos a vida, menino!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Falha-se a vida, ou deixa-se falhar?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M5-F13, Falhámos a vida, menino!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eca-de-queiros-guedes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O BALANÇO FINAL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Então Ega perguntou, do fundo do sofá onde se enterrára, se, n'esses ultimos annos, elle não tivera a idéa, o vago desejo de voltar para Portugal...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Eça de Queirós,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Maias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(1888), último capítulo, grafia da edição.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M5-F13, Falhámos a vida, menino!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eca-de-queiros-guedes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O BALANÇO FINAL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Carlos considerou Ega com espanto. Para que? Para arrastar os passos tristes desde o Gremio até á Casa Havaneza? Não! Paris era o unico logar da terra congenere com o typo definitivo em que elle se fixára: — «o homem rico que vive bem». Passeio a cavallo no Bois; almóço no Bignon; uma volta pelo </a:t>
            </a:r>
            <a:pPr indent="0" marL="0">
              <a:lnSpc>
                <a:spcPct val="12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boulevard</a:t>
            </a:r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; uma hora no club com os jornaes; um bocado de florete na sala d'armas; á noite a </a:t>
            </a:r>
            <a:pPr indent="0" marL="0">
              <a:lnSpc>
                <a:spcPct val="12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Comédie Française</a:t>
            </a:r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ou uma </a:t>
            </a:r>
            <a:pPr indent="0" marL="0">
              <a:lnSpc>
                <a:spcPct val="12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soirée</a:t>
            </a:r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; Trouville no verão, alguns tiros ás lebres no inverno; e através do anno as mulheres, as corridas, certo interesse pela sciencia, o </a:t>
            </a:r>
            <a:pPr indent="0" marL="0">
              <a:lnSpc>
                <a:spcPct val="12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bric-à-brac</a:t>
            </a:r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e uma pouca de </a:t>
            </a:r>
            <a:pPr indent="0" marL="0">
              <a:lnSpc>
                <a:spcPct val="12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blague</a:t>
            </a:r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Nada mais inoffensivo, mais nullo, e mais agradavel.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Eça de Queirós,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Maias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(1888), último capítulo, grafia da edição.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M5-F13, Falhámos a vida, menino!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último capítulo de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Maias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dez anos depois, Carlos e Ega fazem contas à vida no Ramalhete e Ega conclui: «Falhámos a vida, menino!»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 resume dez anos em Paris numa lista, «Nada mais inoffensivo, mais nullo, e mais agradavel»; os dois reconhecem-se românticos, governados pelo sentimento e não pela razão.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 de avaliação (25 %): escreves um texto de opinião, 200 a 300 palavras, sobre se a crítica de Eça à sociedade continua atual, com tese, argumentos e refutação.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M5-F13, Falhámos a vida, menino!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Recorda: as peças de um texto de opinião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02082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286000"/>
            <a:ext cx="9814255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Tese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a tua posição, numa frase.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Argumento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uma razão que a prova, com um exemplo.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Contra-argumento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o que dirá quem discorda;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refutação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a tua resposta.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Modalização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as palavras que mostram o grau de certeza («talvez», «sem dúvida», «parece-me»). Para a crítica social, junta a este excerto o jantar do Hotel Central: uma elite que sabe que o país vai falir e muda de assunto.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M5-F13, Falhámos a vida, menino!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encomenda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Escreve um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texto de opinião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(200–300 palavras) a partir deste excerto: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crítica de Eça à sociedade continua atual?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Estrutura: tese; dois argumentos com exemplos (um do romance, um de hoje, sem nomes de pessoas); contra-argumento e refutação; conclusão.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M5-F13, Falhámos a vida, menino!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5-f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pedrohfernandes-klk.github.io/​pt/​m5/​licao-m5-f13/​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M5-F13, Falhámos a vida, menino!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5-f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pedrohfernandes-klk.github.io/​pt/​m5/​licao-m5-f13/​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M5-F13, Falhámos a vida, menino!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gesto desolado de Ega, Carlos responde com uma regra: falha-se sempre a vida «que se planeou com a imaginação», e é-se sempre «assado», às vezes melhor.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lista de Paris, do passeio no Bois à «blague», é uma vida cheia de coisas e vazia de sentido: em dez anos, «não me tem succedido nada».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texto de opinião, a tese abre e volta no fim, a refutação responde a quem discorda e o exemplo de hoje não leva nomes de pessoas.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M5-F13, Falhámos a vida, menino!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M5-F13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«Dois modos de perder a vida»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5-f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pedrohfernandes-klk.github.io/​pt/​m5/​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M5 · Sessão 10 · M5-F13 · Falhámos a vida, menino!</dc:title>
  <dc:subject>PptxGenJS Presentation</dc:subject>
  <dc:creator>EPI · Português</dc:creator>
  <cp:lastModifiedBy>EPI · Português</cp:lastModifiedBy>
  <cp:revision>1</cp:revision>
  <dcterms:created xsi:type="dcterms:W3CDTF">2026-10-11T06:20:58Z</dcterms:created>
  <dcterms:modified xsi:type="dcterms:W3CDTF">2026-10-11T06:20:58Z</dcterms:modified>
  <dc:description/>
</cp:coreProperties>
</file>