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M5-F13,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Falhámos a vida, menino!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do romance, dez anos depois, dois amigos fazem contas à vida e concluem que a falharam. Vais dizer se Eça ainda tem razão.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BALANÇO FINAL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Carlos considerou Ega com espanto. Para que? Para arrastar os passos tristes desde o Gremio até á Casa Havaneza? Não! Paris era o unico logar da terra congenere com o typo definitivo em que elle se fixára: — «o homem rico que vive bem». Passeio a cavallo no Bois; almóço no Bignon; uma volta pelo boulevard; uma hora no club com os jornaes; um bocado de florete na sala d'armas; á noite a Comédie Française ou uma soirée; Trouville no verão, alguns tiros ás lebres no inverno; e através do anno as mulheres, as corridas, certo interesse pela sciencia, o bric-à-brac, e uma pouca de blague. Nada mais inoffensivo, mais nullo, e mais agradavel.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 de Os Maias, dez anos depois, Carlos e Ega fazem contas à vida no Ramalhete e Ega conclui: «Falhámos a vida, menino!»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resume dez anos em Paris numa lista, «Nada mais inoffensivo, mais nullo, e mais agradavel»; os dois reconhecem-se românticos, governados pelo sentimento e não pela razão.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 um texto de opinião, 200 a 300 palavras, sobre se a crítica de Eça à sociedade continua atual, com tese, argumentos e refutação.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as peças de um texto de opinião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Tese: a tua posição, numa frase.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Argumento: uma razão que a prova, com um exemplo.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Contra-argumento: o que dirá quem discorda; refutação: a tua resposta.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Modalização: as palavras que mostram o grau de certeza («talvez», «sem dúvida», «parece-me»). Para a crítica social, junta a este excerto o jantar do Hotel Central: uma elite que sabe que o país vai falir e muda de assunto.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Escreve um texto de opinião (200–300 palavras) a partir deste excerto: a crítica de Eça à sociedade continua atual? Estrutura: tese; dois argumentos com exemplos (um do romance, um de hoje, sem nomes de pessoas); contra-argumento e refutação; conclusão.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gesto desolado de Ega, Carlos responde com uma regra: falha-se sempre a vida «que se planeou com a imaginação», e é-se sempre «assado», às vezes melhor.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de Paris, do passeio no Bois à «blague», é uma vida cheia de coisas e vazia de sentido: em dez anos, «não me tem succedido nada».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texto de opinião, a tese abre e volta no fim, a refutação responde a quem discorda e o exemplo de hoje não leva nomes de pessoas.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M5-F13, Falhámos a vida, menino!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«Dois modos de perder a vida»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10 · M5-F13 · Falhámos a vida, menino!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