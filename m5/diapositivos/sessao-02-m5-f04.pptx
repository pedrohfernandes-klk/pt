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M5-F04,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violência de um pai é sempre amor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pai manda a filha casar e chama amor à imposição. Ela levanta-se sem uma lágrima e entra, serena, no quarto.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deia-relacao-interior-185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da Cadeia da Relação do Porto (Lucas de Almeida Marrão, c. 1850).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decide por quem, quando se ama?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deia-relacao-interior-185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CAPÍTULO IV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coração de Thereza estava mentindo. Vão lá pedir sinceridade ao coração!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(1862), cap. IV,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deia-relacao-interior-185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CAPÍTULO IV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finos entendedores, o dialogo do anterior capitulo definiu a filha de Thadeu de Albuquerque. É mulher varonil, tem força de caracter, orgulho fortalecido pelo amor, despêgo das vulgares apprehensões, se são apprehensões a renuncia que uma filha faz de sua vontade ás imprevidentes e caprichosas vontades de seu pae. Diz boa gente que não, e eu abundo sempre no voto da gente boa. Não será aleive attribuir-lhe uma pouca de astucia, ou hypocrisia, se quizerem; perspicacia seria mais correcto dizer. Thereza adivinha que a lealdade tropeça a cada passo na estrada real da vida, e que os melhores fins se attingem por atalhos onde não cabem a franqueza e a sinceridade.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(1862), cap. IV,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capítulo IV, num domingo de junho de 1803, Tadeu de Albuquerque manda a filha Teresa casar com o primo Baltasar Coutinho e chama amor a essa imposição.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diálogo mostra o amor-paixão romântico a chocar com a autoridade do pai e a honra da família: o tom afetuoso de Tadeu vira ameaça quando Teresa recusa.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identificar o paradoxo «a violencia de um pae é sempre amor» e a dizer, com uma citação, se a autoridade se justifica por amor.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Recorda: a história até aqui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Simão Botelho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filho do corregedor de Viseu, e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Teresa de Albuquerque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amam-se. As duas famílias são inimigas.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Tadeu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 pai de Teresa, quer casá-la com um primo,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Baltasar Coutinho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No capítulo anterior, Teresa disse ao pai que sim a tudo, para ganhar tempo. O «maldito» de que Tadeu fala é Simão.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amor-paixão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Romantismo, 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amor-paixão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absoluto: vale mais do que a família, a fortuna e a própria vida, e leva muitas vezes à perdição e à morte. Contra ele erguem-se a autoridade paterna, a honra das famílias e as conveniências sociais.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pedrohfernandes-klk.github.io/​pt/​m5/​licao-m5-f04/​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capítulo IV, Tadeu de Albuquerque anuncia o casamento com Baltasar Coutinho como um favor e, à primeira recusa, passa de «minha querida filha» a «Maldita sejas!».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paradoxo «a violencia de um pae é sempre amor» esconde a honra da família, «as alcatifas de meus avós», posta acima da felicidade de Teresa.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amor-paixão romântico responde sem lágrimas: Teresa, «mulher varonil», entra serena no quarto, e o pai diz ao sobrinho que «já não tenho filha».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M5-F04, A violência de um pai é sempre amor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M5-F04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«Quem faz o quê a quem»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02 · M5-F04 · A violência de um pai é sempre amor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