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M5-F07, Quem faz o quê a quem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5, LIÇÃO M5-F07,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faz o quê a quem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«Deu as cartas a Constança.» Mude-se uma peça de sítio e a frase diz outra coisa. Vais aprender a dar nome a cada peça.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cadeia-relacao-hoj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Cadeia da Relação do Porto, hoje Centro Português de Fotografia (fotografia de Reis Quarteu, 2021). CC BY-SA 4.0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M5-F07, Quem faz o quê a quem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decide por quem, quando se ama?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M5-F07, Quem faz o quê a quem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funções sintáticas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frase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sujeito, predicado, vocativo, modificador de frase. </a:t>
            </a:r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grupo verbal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complemento direto (CD), indireto (CI), oblíquo, agente da passiva, predicativo do sujeito, predicativo do complemento direto, modificador do grupo verbal. </a:t>
            </a:r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grupo nominal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complemento do nome, modificador restritivo e apositivo do nome. </a:t>
            </a:r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Quatro testes.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Trocar por pronome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«o», «a» dão o complemento direto; «lhe» dá o indireto. </a:t>
            </a:r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Cortar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se a frase se aguenta, a expressão é um modificador. </a:t>
            </a:r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Perguntar «quem?»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antes do verbo: a resposta é o sujeito. </a:t>
            </a:r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Passar à passiva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o que vem depois de «por» é o agente.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M5-F07, Quem faz o quê a quem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lição de gramática trabalha as funções sintáticas em frases de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Amor de Perdição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ou feitas a partir dele, com a grafia atualizada.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funções sintáticas são o papel de cada grupo na frase: sujeito, predicado, vocativo, complementos direto, indireto e oblíquo, predicativo, agente da passiva e modificadores.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com quatro testes para as identificar: trocar por pronome, cortar, perguntar «quem?» antes do verbo e passar à passiva; depois usas os testes para reescrever frases.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M5-F07, Quem faz o quê a quem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611655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FRASE (DO ROMANCE OU FEITA A PARTIR DELE)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FUNÇÃO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«Domingos Botelho era </a:t>
                      </a:r>
                      <a:pPr indent="0" marL="0">
                        <a:buNone/>
                      </a:pPr>
                      <a:r>
                        <a:rPr lang="en-US" sz="1800" i="1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extremamente feio</a:t>
                      </a:r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«Deu </a:t>
                      </a:r>
                      <a:pPr indent="0" marL="0">
                        <a:buNone/>
                      </a:pPr>
                      <a:r>
                        <a:rPr lang="en-US" sz="1800" i="1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cartas</a:t>
                      </a:r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a Constança.»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«Deu as cartas </a:t>
                      </a:r>
                      <a:pPr indent="0" marL="0">
                        <a:buNone/>
                      </a:pPr>
                      <a:r>
                        <a:rPr lang="en-US" sz="1800" i="1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Constança</a:t>
                      </a:r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«Teresa ergueu-se </a:t>
                      </a:r>
                      <a:pPr indent="0" marL="0">
                        <a:buNone/>
                      </a:pPr>
                      <a:r>
                        <a:rPr lang="en-US" sz="1800" i="1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sem lágrimas</a:t>
                      </a:r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«Entrou serenamente </a:t>
                      </a:r>
                      <a:pPr indent="0" marL="0">
                        <a:buNone/>
                      </a:pPr>
                      <a:r>
                        <a:rPr lang="en-US" sz="1800" i="1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seu quarto</a:t>
                      </a:r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M5-F07, Quem faz o quê a quem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pedrohfernandes-klk.github.io/​pt/​m5/​licao-m5-f07/​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M5-F07, Quem faz o quê a quem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pedrohfernandes-klk.github.io/​pt/​m5/​licao-m5-f07/​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M5-F07, Quem faz o quê a quem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o verbo «ser», «extremamente feio» é predicativo do sujeito; em «É demente o senhor Simão?», perguntar «quem?» antes do verbo mostra o sujeito, posposto.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«Deu as cartas a Constança», «as cartas» é complemento direto («deu-as») e «a Constança» é complemento indireto («deu-lhe»); «no seu quarto» é complemento oblíquo e «sem lágrimas» modificador do grupo verbal.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passiva, «O dinheiro foi aceite por Simão», o antigo sujeito passa a complemento agente da passiva; em «Teresa enviou-lha»,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lha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junta o indireto e o direto.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M5-F07, Quem faz o quê a quem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M5-F07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«Os lugares de Camilo»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5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M5 · Sessão 03 · M5-F07 · Quem faz o quê a quem</dc:title>
  <dc:subject>PptxGenJS Presentation</dc:subject>
  <dc:creator>EPI · Português</dc:creator>
  <cp:lastModifiedBy>EPI · Português</cp:lastModifiedBy>
  <cp:revision>1</cp:revision>
  <dcterms:created xsi:type="dcterms:W3CDTF">2026-10-11T03:02:53Z</dcterms:created>
  <dcterms:modified xsi:type="dcterms:W3CDTF">2026-10-11T03:02:53Z</dcterms:modified>
  <dc:description/>
</cp:coreProperties>
</file>