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M5-F07,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faz o quê a quem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«Deu as cartas a Constança.» Mude-se uma peça de sítio e a frase diz outra coisa. Vais aprender a dar nome a cada peça.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cadeia-relacao-hoj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da Relação do Porto, hoje Centro Português de Fotografia (fotografia de Reis Quarteu, 2021).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decide por quem, quando se ama?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funções sintáticas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frase: sujeito, predicado, vocativo, modificador de frase.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grupo verbal: complemento direto (CD), indireto (CI), oblíquo, agente da passiva, predicativo do sujeito, predicativo do complemento direto, modificador do grupo verbal.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grupo nominal: complemento do nome, modificador restritivo e apositivo do nome. Quatro testes.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Trocar por pronome: «o», «a» dão o complemento direto; «lhe» dá o indireto.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Cortar: se a frase se aguenta, a expressão é um modificador.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Perguntar «quem?» antes do verbo: a resposta é o sujeito.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Passar à passiva: o que vem depois de «por» é o agente.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lição de gramática trabalha as funções sintáticas em frases de Amor de Perdição, ou feitas a partir dele, com a grafia atualizada.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funções sintáticas são o papel de cada grupo na frase: sujeito, predicado, vocativo, complementos direto, indireto e oblíquo, predicativo, agente da passiva e modificadores.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com quatro testes para as identificar: trocar por pronome, cortar, perguntar «quem?» antes do verbo e passar à passiva; depois usas os testes para reescrever frases.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FRASE (DO ROMANCE OU FEITA A PARTIR DELE)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«Domingos Botelho era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extremamente feio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«Deu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cartas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 Constança.»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«Deu as cartas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Constança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«Teresa ergueu-se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 lágrimas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«Entrou serenamente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seu quarto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pedrohfernandes-klk.github.io/​pt/​m5/​licao-m5-f07/​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pedrohfernandes-klk.github.io/​pt/​m5/​licao-m5-f07/​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verbo «ser», «extremamente feio» é predicativo do sujeito; em «É demente o senhor Simão?», perguntar «quem?» antes do verbo mostra o sujeito, posposto.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«Deu as cartas a Constança», «as cartas» é complemento direto («deu-as») e «a Constança» é complemento indireto («deu-lhe»); «no seu quarto» é complemento oblíquo e «sem lágrimas» modificador do grupo verbal.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passiva, «O dinheiro foi aceite por Simão», o antigo sujeito passa a complemento agente da passiva; em «Teresa enviou-lha», lha junta o indireto e o direto.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M5-F07, Quem faz o quê a quem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M5-F07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«Os lugares de Camilo»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03 · M5-F07 · Quem faz o quê a quem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